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62" r:id="rId4"/>
    <p:sldId id="263" r:id="rId5"/>
    <p:sldId id="268" r:id="rId6"/>
    <p:sldId id="269" r:id="rId7"/>
    <p:sldId id="270" r:id="rId8"/>
    <p:sldId id="264" r:id="rId9"/>
    <p:sldId id="261" r:id="rId10"/>
    <p:sldId id="271" r:id="rId11"/>
    <p:sldId id="265" r:id="rId12"/>
    <p:sldId id="266" r:id="rId13"/>
    <p:sldId id="258" r:id="rId14"/>
    <p:sldId id="267" r:id="rId15"/>
    <p:sldId id="26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DF0184-E003-4EA5-B3DF-64703027DF31}" v="74" dt="2026-03-18T22:12:40.9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418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h Hong Cheung" userId="29c4c675f032eeca" providerId="LiveId" clId="{4FD0F452-8EE4-4A73-A2C7-AA8E569C5980}"/>
    <pc:docChg chg="undo redo custSel addSld delSld modSld">
      <pc:chgData name="Kah Hong Cheung" userId="29c4c675f032eeca" providerId="LiveId" clId="{4FD0F452-8EE4-4A73-A2C7-AA8E569C5980}" dt="2026-03-18T22:28:26.919" v="1491" actId="1076"/>
      <pc:docMkLst>
        <pc:docMk/>
      </pc:docMkLst>
      <pc:sldChg chg="addSp modSp mod">
        <pc:chgData name="Kah Hong Cheung" userId="29c4c675f032eeca" providerId="LiveId" clId="{4FD0F452-8EE4-4A73-A2C7-AA8E569C5980}" dt="2026-03-18T18:36:55.268" v="592" actId="1038"/>
        <pc:sldMkLst>
          <pc:docMk/>
          <pc:sldMk cId="3300836351" sldId="256"/>
        </pc:sldMkLst>
        <pc:spChg chg="mod">
          <ac:chgData name="Kah Hong Cheung" userId="29c4c675f032eeca" providerId="LiveId" clId="{4FD0F452-8EE4-4A73-A2C7-AA8E569C5980}" dt="2026-03-18T18:30:28.071" v="345" actId="14100"/>
          <ac:spMkLst>
            <pc:docMk/>
            <pc:sldMk cId="3300836351" sldId="256"/>
            <ac:spMk id="2" creationId="{22C8F607-DC21-A435-19A9-A6630B79A7C9}"/>
          </ac:spMkLst>
        </pc:spChg>
        <pc:spChg chg="mod">
          <ac:chgData name="Kah Hong Cheung" userId="29c4c675f032eeca" providerId="LiveId" clId="{4FD0F452-8EE4-4A73-A2C7-AA8E569C5980}" dt="2026-03-18T18:30:45.200" v="351" actId="20577"/>
          <ac:spMkLst>
            <pc:docMk/>
            <pc:sldMk cId="3300836351" sldId="256"/>
            <ac:spMk id="3" creationId="{E9CC0182-6857-4351-49D5-E792A965314E}"/>
          </ac:spMkLst>
        </pc:spChg>
        <pc:spChg chg="add mod">
          <ac:chgData name="Kah Hong Cheung" userId="29c4c675f032eeca" providerId="LiveId" clId="{4FD0F452-8EE4-4A73-A2C7-AA8E569C5980}" dt="2026-03-18T18:35:24.699" v="586" actId="207"/>
          <ac:spMkLst>
            <pc:docMk/>
            <pc:sldMk cId="3300836351" sldId="256"/>
            <ac:spMk id="6" creationId="{43E76EEC-0C39-2F9B-5EF1-A133E248C1AC}"/>
          </ac:spMkLst>
        </pc:spChg>
        <pc:spChg chg="add mod">
          <ac:chgData name="Kah Hong Cheung" userId="29c4c675f032eeca" providerId="LiveId" clId="{4FD0F452-8EE4-4A73-A2C7-AA8E569C5980}" dt="2026-03-18T18:35:22.044" v="585" actId="207"/>
          <ac:spMkLst>
            <pc:docMk/>
            <pc:sldMk cId="3300836351" sldId="256"/>
            <ac:spMk id="7" creationId="{DA8ABA35-9991-0CD4-725B-861AA31EFE99}"/>
          </ac:spMkLst>
        </pc:spChg>
        <pc:picChg chg="add mod">
          <ac:chgData name="Kah Hong Cheung" userId="29c4c675f032eeca" providerId="LiveId" clId="{4FD0F452-8EE4-4A73-A2C7-AA8E569C5980}" dt="2026-03-18T18:30:38.522" v="348" actId="1076"/>
          <ac:picMkLst>
            <pc:docMk/>
            <pc:sldMk cId="3300836351" sldId="256"/>
            <ac:picMk id="5" creationId="{7CFD2057-6145-F3D3-441E-5160C0EA62D7}"/>
          </ac:picMkLst>
        </pc:picChg>
        <pc:picChg chg="add mod">
          <ac:chgData name="Kah Hong Cheung" userId="29c4c675f032eeca" providerId="LiveId" clId="{4FD0F452-8EE4-4A73-A2C7-AA8E569C5980}" dt="2026-03-18T18:36:55.268" v="592" actId="1038"/>
          <ac:picMkLst>
            <pc:docMk/>
            <pc:sldMk cId="3300836351" sldId="256"/>
            <ac:picMk id="9" creationId="{40952B17-F6E5-302D-650E-B7925B83CC63}"/>
          </ac:picMkLst>
        </pc:picChg>
      </pc:sldChg>
      <pc:sldChg chg="addSp delSp modSp mod">
        <pc:chgData name="Kah Hong Cheung" userId="29c4c675f032eeca" providerId="LiveId" clId="{4FD0F452-8EE4-4A73-A2C7-AA8E569C5980}" dt="2026-03-18T22:26:54.791" v="1382" actId="20577"/>
        <pc:sldMkLst>
          <pc:docMk/>
          <pc:sldMk cId="314841678" sldId="257"/>
        </pc:sldMkLst>
        <pc:spChg chg="mod">
          <ac:chgData name="Kah Hong Cheung" userId="29c4c675f032eeca" providerId="LiveId" clId="{4FD0F452-8EE4-4A73-A2C7-AA8E569C5980}" dt="2026-03-18T22:26:54.791" v="1382" actId="20577"/>
          <ac:spMkLst>
            <pc:docMk/>
            <pc:sldMk cId="314841678" sldId="257"/>
            <ac:spMk id="2" creationId="{34FA3677-1283-3BBF-9F7D-2C7367520E3E}"/>
          </ac:spMkLst>
        </pc:spChg>
        <pc:spChg chg="add del mod">
          <ac:chgData name="Kah Hong Cheung" userId="29c4c675f032eeca" providerId="LiveId" clId="{4FD0F452-8EE4-4A73-A2C7-AA8E569C5980}" dt="2026-03-18T22:26:21.752" v="1369" actId="27636"/>
          <ac:spMkLst>
            <pc:docMk/>
            <pc:sldMk cId="314841678" sldId="257"/>
            <ac:spMk id="3" creationId="{2A19DD40-610E-A071-F61A-D44A950825FC}"/>
          </ac:spMkLst>
        </pc:spChg>
        <pc:spChg chg="mod">
          <ac:chgData name="Kah Hong Cheung" userId="29c4c675f032eeca" providerId="LiveId" clId="{4FD0F452-8EE4-4A73-A2C7-AA8E569C5980}" dt="2026-03-18T18:54:59.286" v="918" actId="20577"/>
          <ac:spMkLst>
            <pc:docMk/>
            <pc:sldMk cId="314841678" sldId="257"/>
            <ac:spMk id="5" creationId="{3CDFEAAA-0701-6E17-2EBF-01AB1E2D2242}"/>
          </ac:spMkLst>
        </pc:spChg>
        <pc:spChg chg="add mod">
          <ac:chgData name="Kah Hong Cheung" userId="29c4c675f032eeca" providerId="LiveId" clId="{4FD0F452-8EE4-4A73-A2C7-AA8E569C5980}" dt="2026-03-18T18:37:30.373" v="594"/>
          <ac:spMkLst>
            <pc:docMk/>
            <pc:sldMk cId="314841678" sldId="257"/>
            <ac:spMk id="6" creationId="{0312499C-B50B-1D3D-20D7-A27E1E56D61A}"/>
          </ac:spMkLst>
        </pc:spChg>
        <pc:picChg chg="add mod">
          <ac:chgData name="Kah Hong Cheung" userId="29c4c675f032eeca" providerId="LiveId" clId="{4FD0F452-8EE4-4A73-A2C7-AA8E569C5980}" dt="2026-03-18T22:26:13.825" v="1365" actId="14100"/>
          <ac:picMkLst>
            <pc:docMk/>
            <pc:sldMk cId="314841678" sldId="257"/>
            <ac:picMk id="7" creationId="{0AEC7ED8-B94F-8848-FBD7-652688F56FFB}"/>
          </ac:picMkLst>
        </pc:picChg>
        <pc:picChg chg="del">
          <ac:chgData name="Kah Hong Cheung" userId="29c4c675f032eeca" providerId="LiveId" clId="{4FD0F452-8EE4-4A73-A2C7-AA8E569C5980}" dt="2026-03-18T18:30:55.483" v="352" actId="478"/>
          <ac:picMkLst>
            <pc:docMk/>
            <pc:sldMk cId="314841678" sldId="257"/>
            <ac:picMk id="8" creationId="{1040632A-F7AF-34BE-659F-77F275AFE5A2}"/>
          </ac:picMkLst>
        </pc:picChg>
        <pc:picChg chg="del">
          <ac:chgData name="Kah Hong Cheung" userId="29c4c675f032eeca" providerId="LiveId" clId="{4FD0F452-8EE4-4A73-A2C7-AA8E569C5980}" dt="2026-03-18T18:30:55.483" v="352" actId="478"/>
          <ac:picMkLst>
            <pc:docMk/>
            <pc:sldMk cId="314841678" sldId="257"/>
            <ac:picMk id="9" creationId="{44FCDF84-2CA6-4E69-7B7F-93BB15C9F3F6}"/>
          </ac:picMkLst>
        </pc:picChg>
        <pc:picChg chg="del">
          <ac:chgData name="Kah Hong Cheung" userId="29c4c675f032eeca" providerId="LiveId" clId="{4FD0F452-8EE4-4A73-A2C7-AA8E569C5980}" dt="2026-03-18T18:30:56.652" v="353" actId="478"/>
          <ac:picMkLst>
            <pc:docMk/>
            <pc:sldMk cId="314841678" sldId="257"/>
            <ac:picMk id="1028" creationId="{ADA9F982-60F9-3EB4-E1C0-7C7A45F90832}"/>
          </ac:picMkLst>
        </pc:picChg>
      </pc:sldChg>
      <pc:sldChg chg="addSp delSp modSp mod">
        <pc:chgData name="Kah Hong Cheung" userId="29c4c675f032eeca" providerId="LiveId" clId="{4FD0F452-8EE4-4A73-A2C7-AA8E569C5980}" dt="2026-03-18T22:28:10.122" v="1479" actId="20577"/>
        <pc:sldMkLst>
          <pc:docMk/>
          <pc:sldMk cId="3593225168" sldId="258"/>
        </pc:sldMkLst>
        <pc:spChg chg="mod">
          <ac:chgData name="Kah Hong Cheung" userId="29c4c675f032eeca" providerId="LiveId" clId="{4FD0F452-8EE4-4A73-A2C7-AA8E569C5980}" dt="2026-03-18T18:54:20.575" v="908" actId="20577"/>
          <ac:spMkLst>
            <pc:docMk/>
            <pc:sldMk cId="3593225168" sldId="258"/>
            <ac:spMk id="2" creationId="{7329514C-08B7-084B-2F7E-EFA160D57C54}"/>
          </ac:spMkLst>
        </pc:spChg>
        <pc:spChg chg="del">
          <ac:chgData name="Kah Hong Cheung" userId="29c4c675f032eeca" providerId="LiveId" clId="{4FD0F452-8EE4-4A73-A2C7-AA8E569C5980}" dt="2026-03-18T18:50:56.052" v="754" actId="478"/>
          <ac:spMkLst>
            <pc:docMk/>
            <pc:sldMk cId="3593225168" sldId="258"/>
            <ac:spMk id="3" creationId="{C149E153-804B-2F62-33A3-A73685F4AFFF}"/>
          </ac:spMkLst>
        </pc:spChg>
        <pc:spChg chg="mod">
          <ac:chgData name="Kah Hong Cheung" userId="29c4c675f032eeca" providerId="LiveId" clId="{4FD0F452-8EE4-4A73-A2C7-AA8E569C5980}" dt="2026-03-18T18:24:37.043" v="254" actId="20577"/>
          <ac:spMkLst>
            <pc:docMk/>
            <pc:sldMk cId="3593225168" sldId="258"/>
            <ac:spMk id="5" creationId="{EBA85891-4C7B-BEDD-114C-9AC4D96ACFB5}"/>
          </ac:spMkLst>
        </pc:spChg>
        <pc:spChg chg="add mod">
          <ac:chgData name="Kah Hong Cheung" userId="29c4c675f032eeca" providerId="LiveId" clId="{4FD0F452-8EE4-4A73-A2C7-AA8E569C5980}" dt="2026-03-18T22:28:10.122" v="1479" actId="20577"/>
          <ac:spMkLst>
            <pc:docMk/>
            <pc:sldMk cId="3593225168" sldId="258"/>
            <ac:spMk id="6" creationId="{BEB04000-6DF7-DA0A-4BF1-D71EB12DC7EA}"/>
          </ac:spMkLst>
        </pc:spChg>
        <pc:picChg chg="add mod">
          <ac:chgData name="Kah Hong Cheung" userId="29c4c675f032eeca" providerId="LiveId" clId="{4FD0F452-8EE4-4A73-A2C7-AA8E569C5980}" dt="2026-03-18T22:20:04.867" v="1317" actId="1076"/>
          <ac:picMkLst>
            <pc:docMk/>
            <pc:sldMk cId="3593225168" sldId="258"/>
            <ac:picMk id="7" creationId="{C9843477-5E37-12E2-F641-D63F9CE6DF6B}"/>
          </ac:picMkLst>
        </pc:picChg>
      </pc:sldChg>
      <pc:sldChg chg="del">
        <pc:chgData name="Kah Hong Cheung" userId="29c4c675f032eeca" providerId="LiveId" clId="{4FD0F452-8EE4-4A73-A2C7-AA8E569C5980}" dt="2026-03-18T18:32:42.433" v="468" actId="47"/>
        <pc:sldMkLst>
          <pc:docMk/>
          <pc:sldMk cId="1104358887" sldId="259"/>
        </pc:sldMkLst>
      </pc:sldChg>
      <pc:sldChg chg="addSp modSp mod">
        <pc:chgData name="Kah Hong Cheung" userId="29c4c675f032eeca" providerId="LiveId" clId="{4FD0F452-8EE4-4A73-A2C7-AA8E569C5980}" dt="2026-03-18T22:28:26.919" v="1491" actId="1076"/>
        <pc:sldMkLst>
          <pc:docMk/>
          <pc:sldMk cId="345124764" sldId="260"/>
        </pc:sldMkLst>
        <pc:spChg chg="mod">
          <ac:chgData name="Kah Hong Cheung" userId="29c4c675f032eeca" providerId="LiveId" clId="{4FD0F452-8EE4-4A73-A2C7-AA8E569C5980}" dt="2026-03-18T18:25:25.248" v="300" actId="20577"/>
          <ac:spMkLst>
            <pc:docMk/>
            <pc:sldMk cId="345124764" sldId="260"/>
            <ac:spMk id="2" creationId="{BB2B43DE-AC79-C1AC-7234-DE2D4BA4EDCA}"/>
          </ac:spMkLst>
        </pc:spChg>
        <pc:spChg chg="mod">
          <ac:chgData name="Kah Hong Cheung" userId="29c4c675f032eeca" providerId="LiveId" clId="{4FD0F452-8EE4-4A73-A2C7-AA8E569C5980}" dt="2026-03-18T18:25:26.146" v="301" actId="403"/>
          <ac:spMkLst>
            <pc:docMk/>
            <pc:sldMk cId="345124764" sldId="260"/>
            <ac:spMk id="3" creationId="{17ED9428-D5C6-AFEF-B80F-30884AE40DC6}"/>
          </ac:spMkLst>
        </pc:spChg>
        <pc:spChg chg="mod">
          <ac:chgData name="Kah Hong Cheung" userId="29c4c675f032eeca" providerId="LiveId" clId="{4FD0F452-8EE4-4A73-A2C7-AA8E569C5980}" dt="2026-03-18T18:24:42.628" v="258" actId="20577"/>
          <ac:spMkLst>
            <pc:docMk/>
            <pc:sldMk cId="345124764" sldId="260"/>
            <ac:spMk id="5" creationId="{7D157A79-4200-8A6E-A6C7-3CAFB26B12F0}"/>
          </ac:spMkLst>
        </pc:spChg>
        <pc:picChg chg="add mod">
          <ac:chgData name="Kah Hong Cheung" userId="29c4c675f032eeca" providerId="LiveId" clId="{4FD0F452-8EE4-4A73-A2C7-AA8E569C5980}" dt="2026-03-18T22:28:26.919" v="1491" actId="1076"/>
          <ac:picMkLst>
            <pc:docMk/>
            <pc:sldMk cId="345124764" sldId="260"/>
            <ac:picMk id="7" creationId="{3C191720-3A43-1544-C720-1C934AAA0557}"/>
          </ac:picMkLst>
        </pc:picChg>
      </pc:sldChg>
      <pc:sldChg chg="addSp delSp modSp mod">
        <pc:chgData name="Kah Hong Cheung" userId="29c4c675f032eeca" providerId="LiveId" clId="{4FD0F452-8EE4-4A73-A2C7-AA8E569C5980}" dt="2026-03-18T22:27:32.022" v="1437" actId="20577"/>
        <pc:sldMkLst>
          <pc:docMk/>
          <pc:sldMk cId="3322689033" sldId="261"/>
        </pc:sldMkLst>
        <pc:spChg chg="mod">
          <ac:chgData name="Kah Hong Cheung" userId="29c4c675f032eeca" providerId="LiveId" clId="{4FD0F452-8EE4-4A73-A2C7-AA8E569C5980}" dt="2026-03-18T18:53:18.608" v="861" actId="20577"/>
          <ac:spMkLst>
            <pc:docMk/>
            <pc:sldMk cId="3322689033" sldId="261"/>
            <ac:spMk id="2" creationId="{0DE69DA8-025F-BAE9-452F-90F4D267D340}"/>
          </ac:spMkLst>
        </pc:spChg>
        <pc:spChg chg="del">
          <ac:chgData name="Kah Hong Cheung" userId="29c4c675f032eeca" providerId="LiveId" clId="{4FD0F452-8EE4-4A73-A2C7-AA8E569C5980}" dt="2026-03-18T18:50:46.988" v="752" actId="478"/>
          <ac:spMkLst>
            <pc:docMk/>
            <pc:sldMk cId="3322689033" sldId="261"/>
            <ac:spMk id="3" creationId="{A23213F3-7A60-CF8C-7D39-FD3AA1030809}"/>
          </ac:spMkLst>
        </pc:spChg>
        <pc:spChg chg="mod">
          <ac:chgData name="Kah Hong Cheung" userId="29c4c675f032eeca" providerId="LiveId" clId="{4FD0F452-8EE4-4A73-A2C7-AA8E569C5980}" dt="2026-03-18T18:24:31.095" v="248" actId="20577"/>
          <ac:spMkLst>
            <pc:docMk/>
            <pc:sldMk cId="3322689033" sldId="261"/>
            <ac:spMk id="5" creationId="{81823AEA-E4D5-9382-F62F-CEC5C3D11C67}"/>
          </ac:spMkLst>
        </pc:spChg>
        <pc:spChg chg="add mod">
          <ac:chgData name="Kah Hong Cheung" userId="29c4c675f032eeca" providerId="LiveId" clId="{4FD0F452-8EE4-4A73-A2C7-AA8E569C5980}" dt="2026-03-18T22:27:32.022" v="1437" actId="20577"/>
          <ac:spMkLst>
            <pc:docMk/>
            <pc:sldMk cId="3322689033" sldId="261"/>
            <ac:spMk id="8" creationId="{104ED410-C458-B97B-E019-2EE0920D8EBE}"/>
          </ac:spMkLst>
        </pc:spChg>
        <pc:picChg chg="del">
          <ac:chgData name="Kah Hong Cheung" userId="29c4c675f032eeca" providerId="LiveId" clId="{4FD0F452-8EE4-4A73-A2C7-AA8E569C5980}" dt="2026-03-18T18:31:57.309" v="406" actId="478"/>
          <ac:picMkLst>
            <pc:docMk/>
            <pc:sldMk cId="3322689033" sldId="261"/>
            <ac:picMk id="6" creationId="{703954AB-890B-5716-9BA9-70998BE9F7A4}"/>
          </ac:picMkLst>
        </pc:picChg>
        <pc:picChg chg="add mod">
          <ac:chgData name="Kah Hong Cheung" userId="29c4c675f032eeca" providerId="LiveId" clId="{4FD0F452-8EE4-4A73-A2C7-AA8E569C5980}" dt="2026-03-18T22:20:32.331" v="1324" actId="1076"/>
          <ac:picMkLst>
            <pc:docMk/>
            <pc:sldMk cId="3322689033" sldId="261"/>
            <ac:picMk id="6" creationId="{71C4BC59-AC80-4CB5-AD22-0F1FA4FB35B5}"/>
          </ac:picMkLst>
        </pc:picChg>
        <pc:picChg chg="del">
          <ac:chgData name="Kah Hong Cheung" userId="29c4c675f032eeca" providerId="LiveId" clId="{4FD0F452-8EE4-4A73-A2C7-AA8E569C5980}" dt="2026-03-18T18:31:57.823" v="407" actId="478"/>
          <ac:picMkLst>
            <pc:docMk/>
            <pc:sldMk cId="3322689033" sldId="261"/>
            <ac:picMk id="7" creationId="{14E1DB8A-DC62-6850-7920-2201704947A6}"/>
          </ac:picMkLst>
        </pc:picChg>
        <pc:picChg chg="add del mod">
          <ac:chgData name="Kah Hong Cheung" userId="29c4c675f032eeca" providerId="LiveId" clId="{4FD0F452-8EE4-4A73-A2C7-AA8E569C5980}" dt="2026-03-18T22:04:35.089" v="1152" actId="478"/>
          <ac:picMkLst>
            <pc:docMk/>
            <pc:sldMk cId="3322689033" sldId="261"/>
            <ac:picMk id="9" creationId="{C937776F-D304-4FE5-6B48-F518A14E64C6}"/>
          </ac:picMkLst>
        </pc:picChg>
      </pc:sldChg>
      <pc:sldChg chg="addSp delSp modSp mod">
        <pc:chgData name="Kah Hong Cheung" userId="29c4c675f032eeca" providerId="LiveId" clId="{4FD0F452-8EE4-4A73-A2C7-AA8E569C5980}" dt="2026-03-18T22:26:46.263" v="1379" actId="20577"/>
        <pc:sldMkLst>
          <pc:docMk/>
          <pc:sldMk cId="830073993" sldId="262"/>
        </pc:sldMkLst>
        <pc:spChg chg="mod">
          <ac:chgData name="Kah Hong Cheung" userId="29c4c675f032eeca" providerId="LiveId" clId="{4FD0F452-8EE4-4A73-A2C7-AA8E569C5980}" dt="2026-03-18T18:49:07.039" v="727" actId="20577"/>
          <ac:spMkLst>
            <pc:docMk/>
            <pc:sldMk cId="830073993" sldId="262"/>
            <ac:spMk id="2" creationId="{0A40FA0C-F581-7FEB-3237-9D66D45F4BF0}"/>
          </ac:spMkLst>
        </pc:spChg>
        <pc:spChg chg="mod">
          <ac:chgData name="Kah Hong Cheung" userId="29c4c675f032eeca" providerId="LiveId" clId="{4FD0F452-8EE4-4A73-A2C7-AA8E569C5980}" dt="2026-03-18T22:26:46.263" v="1379" actId="20577"/>
          <ac:spMkLst>
            <pc:docMk/>
            <pc:sldMk cId="830073993" sldId="262"/>
            <ac:spMk id="3" creationId="{26FE69AD-397E-5095-4F2B-A4AB65C34851}"/>
          </ac:spMkLst>
        </pc:spChg>
        <pc:spChg chg="mod">
          <ac:chgData name="Kah Hong Cheung" userId="29c4c675f032eeca" providerId="LiveId" clId="{4FD0F452-8EE4-4A73-A2C7-AA8E569C5980}" dt="2026-03-18T18:24:26.386" v="244" actId="20577"/>
          <ac:spMkLst>
            <pc:docMk/>
            <pc:sldMk cId="830073993" sldId="262"/>
            <ac:spMk id="5" creationId="{97A1B1BD-9004-029A-CBA2-85EC41E952B4}"/>
          </ac:spMkLst>
        </pc:spChg>
        <pc:picChg chg="del">
          <ac:chgData name="Kah Hong Cheung" userId="29c4c675f032eeca" providerId="LiveId" clId="{4FD0F452-8EE4-4A73-A2C7-AA8E569C5980}" dt="2026-03-18T18:31:25.559" v="372" actId="478"/>
          <ac:picMkLst>
            <pc:docMk/>
            <pc:sldMk cId="830073993" sldId="262"/>
            <ac:picMk id="6" creationId="{72AEE8C2-679B-72B1-455E-A7655086BC6A}"/>
          </ac:picMkLst>
        </pc:picChg>
        <pc:picChg chg="del">
          <ac:chgData name="Kah Hong Cheung" userId="29c4c675f032eeca" providerId="LiveId" clId="{4FD0F452-8EE4-4A73-A2C7-AA8E569C5980}" dt="2026-03-18T18:31:25.559" v="372" actId="478"/>
          <ac:picMkLst>
            <pc:docMk/>
            <pc:sldMk cId="830073993" sldId="262"/>
            <ac:picMk id="7" creationId="{811C0E88-7F54-6B96-285F-5424C37E5442}"/>
          </ac:picMkLst>
        </pc:picChg>
        <pc:picChg chg="add mod">
          <ac:chgData name="Kah Hong Cheung" userId="29c4c675f032eeca" providerId="LiveId" clId="{4FD0F452-8EE4-4A73-A2C7-AA8E569C5980}" dt="2026-03-18T22:24:31.281" v="1346" actId="14100"/>
          <ac:picMkLst>
            <pc:docMk/>
            <pc:sldMk cId="830073993" sldId="262"/>
            <ac:picMk id="7" creationId="{DB12E5FA-E721-5C89-89DC-EF2E190B8B8D}"/>
          </ac:picMkLst>
        </pc:picChg>
      </pc:sldChg>
      <pc:sldChg chg="addSp delSp modSp add mod">
        <pc:chgData name="Kah Hong Cheung" userId="29c4c675f032eeca" providerId="LiveId" clId="{4FD0F452-8EE4-4A73-A2C7-AA8E569C5980}" dt="2026-03-18T22:27:05.305" v="1392" actId="20577"/>
        <pc:sldMkLst>
          <pc:docMk/>
          <pc:sldMk cId="2833472119" sldId="263"/>
        </pc:sldMkLst>
        <pc:spChg chg="mod">
          <ac:chgData name="Kah Hong Cheung" userId="29c4c675f032eeca" providerId="LiveId" clId="{4FD0F452-8EE4-4A73-A2C7-AA8E569C5980}" dt="2026-03-18T18:57:11.570" v="928" actId="20577"/>
          <ac:spMkLst>
            <pc:docMk/>
            <pc:sldMk cId="2833472119" sldId="263"/>
            <ac:spMk id="2" creationId="{57C2361F-FCC8-8008-E3F8-26F802E7B613}"/>
          </ac:spMkLst>
        </pc:spChg>
        <pc:spChg chg="del">
          <ac:chgData name="Kah Hong Cheung" userId="29c4c675f032eeca" providerId="LiveId" clId="{4FD0F452-8EE4-4A73-A2C7-AA8E569C5980}" dt="2026-03-18T18:48:07.539" v="651" actId="478"/>
          <ac:spMkLst>
            <pc:docMk/>
            <pc:sldMk cId="2833472119" sldId="263"/>
            <ac:spMk id="3" creationId="{1B47BAD3-E313-EDAC-6878-0DE57610C459}"/>
          </ac:spMkLst>
        </pc:spChg>
        <pc:spChg chg="add mod">
          <ac:chgData name="Kah Hong Cheung" userId="29c4c675f032eeca" providerId="LiveId" clId="{4FD0F452-8EE4-4A73-A2C7-AA8E569C5980}" dt="2026-03-18T22:27:05.305" v="1392" actId="20577"/>
          <ac:spMkLst>
            <pc:docMk/>
            <pc:sldMk cId="2833472119" sldId="263"/>
            <ac:spMk id="6" creationId="{5C0104BD-C114-EC33-4E3C-B0DBCA056042}"/>
          </ac:spMkLst>
        </pc:spChg>
        <pc:picChg chg="add mod">
          <ac:chgData name="Kah Hong Cheung" userId="29c4c675f032eeca" providerId="LiveId" clId="{4FD0F452-8EE4-4A73-A2C7-AA8E569C5980}" dt="2026-03-18T22:05:38.576" v="1163" actId="1076"/>
          <ac:picMkLst>
            <pc:docMk/>
            <pc:sldMk cId="2833472119" sldId="263"/>
            <ac:picMk id="7" creationId="{C8F7A42A-5A83-9073-5A8B-8F5C2F9C35EB}"/>
          </ac:picMkLst>
        </pc:picChg>
        <pc:picChg chg="add del">
          <ac:chgData name="Kah Hong Cheung" userId="29c4c675f032eeca" providerId="LiveId" clId="{4FD0F452-8EE4-4A73-A2C7-AA8E569C5980}" dt="2026-03-18T22:01:35.793" v="1128" actId="22"/>
          <ac:picMkLst>
            <pc:docMk/>
            <pc:sldMk cId="2833472119" sldId="263"/>
            <ac:picMk id="9" creationId="{915C498C-6B5B-018C-CAD3-8B02B344D54B}"/>
          </ac:picMkLst>
        </pc:picChg>
      </pc:sldChg>
      <pc:sldChg chg="addSp delSp modSp add mod">
        <pc:chgData name="Kah Hong Cheung" userId="29c4c675f032eeca" providerId="LiveId" clId="{4FD0F452-8EE4-4A73-A2C7-AA8E569C5980}" dt="2026-03-18T22:27:26.312" v="1433" actId="20577"/>
        <pc:sldMkLst>
          <pc:docMk/>
          <pc:sldMk cId="2820314426" sldId="264"/>
        </pc:sldMkLst>
        <pc:spChg chg="mod">
          <ac:chgData name="Kah Hong Cheung" userId="29c4c675f032eeca" providerId="LiveId" clId="{4FD0F452-8EE4-4A73-A2C7-AA8E569C5980}" dt="2026-03-18T18:48:50.806" v="704" actId="20577"/>
          <ac:spMkLst>
            <pc:docMk/>
            <pc:sldMk cId="2820314426" sldId="264"/>
            <ac:spMk id="2" creationId="{00CD25E4-07CF-8671-491F-46193297E445}"/>
          </ac:spMkLst>
        </pc:spChg>
        <pc:spChg chg="del">
          <ac:chgData name="Kah Hong Cheung" userId="29c4c675f032eeca" providerId="LiveId" clId="{4FD0F452-8EE4-4A73-A2C7-AA8E569C5980}" dt="2026-03-18T18:48:12.671" v="653" actId="478"/>
          <ac:spMkLst>
            <pc:docMk/>
            <pc:sldMk cId="2820314426" sldId="264"/>
            <ac:spMk id="3" creationId="{8C91DB9B-988B-019F-E197-01AE646C44CB}"/>
          </ac:spMkLst>
        </pc:spChg>
        <pc:spChg chg="add mod">
          <ac:chgData name="Kah Hong Cheung" userId="29c4c675f032eeca" providerId="LiveId" clId="{4FD0F452-8EE4-4A73-A2C7-AA8E569C5980}" dt="2026-03-18T22:27:26.312" v="1433" actId="20577"/>
          <ac:spMkLst>
            <pc:docMk/>
            <pc:sldMk cId="2820314426" sldId="264"/>
            <ac:spMk id="6" creationId="{F10A4822-694E-3580-79A9-ABE52D0BA17C}"/>
          </ac:spMkLst>
        </pc:spChg>
        <pc:picChg chg="add mod">
          <ac:chgData name="Kah Hong Cheung" userId="29c4c675f032eeca" providerId="LiveId" clId="{4FD0F452-8EE4-4A73-A2C7-AA8E569C5980}" dt="2026-03-18T22:23:07.490" v="1340" actId="1076"/>
          <ac:picMkLst>
            <pc:docMk/>
            <pc:sldMk cId="2820314426" sldId="264"/>
            <ac:picMk id="7" creationId="{D8EF7DC6-F020-D6A2-2A1E-1B8E99DC05CB}"/>
          </ac:picMkLst>
        </pc:picChg>
      </pc:sldChg>
      <pc:sldChg chg="addSp modSp add mod">
        <pc:chgData name="Kah Hong Cheung" userId="29c4c675f032eeca" providerId="LiveId" clId="{4FD0F452-8EE4-4A73-A2C7-AA8E569C5980}" dt="2026-03-18T22:27:41.068" v="1457" actId="20577"/>
        <pc:sldMkLst>
          <pc:docMk/>
          <pc:sldMk cId="602681451" sldId="265"/>
        </pc:sldMkLst>
        <pc:spChg chg="mod">
          <ac:chgData name="Kah Hong Cheung" userId="29c4c675f032eeca" providerId="LiveId" clId="{4FD0F452-8EE4-4A73-A2C7-AA8E569C5980}" dt="2026-03-18T18:53:21.604" v="867" actId="20577"/>
          <ac:spMkLst>
            <pc:docMk/>
            <pc:sldMk cId="602681451" sldId="265"/>
            <ac:spMk id="2" creationId="{20193BEB-E262-1B6F-7028-78E4801991C6}"/>
          </ac:spMkLst>
        </pc:spChg>
        <pc:spChg chg="mod">
          <ac:chgData name="Kah Hong Cheung" userId="29c4c675f032eeca" providerId="LiveId" clId="{4FD0F452-8EE4-4A73-A2C7-AA8E569C5980}" dt="2026-03-18T22:27:41.068" v="1457" actId="20577"/>
          <ac:spMkLst>
            <pc:docMk/>
            <pc:sldMk cId="602681451" sldId="265"/>
            <ac:spMk id="8" creationId="{7A313422-1323-3235-9AFF-9DC95B7FD696}"/>
          </ac:spMkLst>
        </pc:spChg>
        <pc:picChg chg="add mod">
          <ac:chgData name="Kah Hong Cheung" userId="29c4c675f032eeca" providerId="LiveId" clId="{4FD0F452-8EE4-4A73-A2C7-AA8E569C5980}" dt="2026-03-18T22:21:48.807" v="1334" actId="1076"/>
          <ac:picMkLst>
            <pc:docMk/>
            <pc:sldMk cId="602681451" sldId="265"/>
            <ac:picMk id="6" creationId="{79930B3A-8249-BF43-F908-E8A0232E4AFF}"/>
          </ac:picMkLst>
        </pc:picChg>
      </pc:sldChg>
      <pc:sldChg chg="addSp modSp add mod">
        <pc:chgData name="Kah Hong Cheung" userId="29c4c675f032eeca" providerId="LiveId" clId="{4FD0F452-8EE4-4A73-A2C7-AA8E569C5980}" dt="2026-03-18T22:27:48.529" v="1467" actId="27636"/>
        <pc:sldMkLst>
          <pc:docMk/>
          <pc:sldMk cId="2407566423" sldId="266"/>
        </pc:sldMkLst>
        <pc:spChg chg="mod">
          <ac:chgData name="Kah Hong Cheung" userId="29c4c675f032eeca" providerId="LiveId" clId="{4FD0F452-8EE4-4A73-A2C7-AA8E569C5980}" dt="2026-03-18T18:53:24.030" v="873" actId="20577"/>
          <ac:spMkLst>
            <pc:docMk/>
            <pc:sldMk cId="2407566423" sldId="266"/>
            <ac:spMk id="2" creationId="{D55FB3C1-3CED-06CF-6B86-84DB6524C1AF}"/>
          </ac:spMkLst>
        </pc:spChg>
        <pc:spChg chg="add">
          <ac:chgData name="Kah Hong Cheung" userId="29c4c675f032eeca" providerId="LiveId" clId="{4FD0F452-8EE4-4A73-A2C7-AA8E569C5980}" dt="2026-03-18T19:00:32.121" v="980"/>
          <ac:spMkLst>
            <pc:docMk/>
            <pc:sldMk cId="2407566423" sldId="266"/>
            <ac:spMk id="3" creationId="{47375336-8D4C-49D7-88DC-1B2200AFB067}"/>
          </ac:spMkLst>
        </pc:spChg>
        <pc:spChg chg="add">
          <ac:chgData name="Kah Hong Cheung" userId="29c4c675f032eeca" providerId="LiveId" clId="{4FD0F452-8EE4-4A73-A2C7-AA8E569C5980}" dt="2026-03-18T19:00:34.627" v="981"/>
          <ac:spMkLst>
            <pc:docMk/>
            <pc:sldMk cId="2407566423" sldId="266"/>
            <ac:spMk id="6" creationId="{2E81AC7B-E11F-F489-2F41-B840661A81AB}"/>
          </ac:spMkLst>
        </pc:spChg>
        <pc:spChg chg="mod">
          <ac:chgData name="Kah Hong Cheung" userId="29c4c675f032eeca" providerId="LiveId" clId="{4FD0F452-8EE4-4A73-A2C7-AA8E569C5980}" dt="2026-03-18T22:27:48.529" v="1467" actId="27636"/>
          <ac:spMkLst>
            <pc:docMk/>
            <pc:sldMk cId="2407566423" sldId="266"/>
            <ac:spMk id="8" creationId="{294A9CB9-B8F6-EE25-F8B5-C5F1D50A8E2F}"/>
          </ac:spMkLst>
        </pc:spChg>
        <pc:picChg chg="add mod">
          <ac:chgData name="Kah Hong Cheung" userId="29c4c675f032eeca" providerId="LiveId" clId="{4FD0F452-8EE4-4A73-A2C7-AA8E569C5980}" dt="2026-03-18T22:19:26.893" v="1312" actId="1036"/>
          <ac:picMkLst>
            <pc:docMk/>
            <pc:sldMk cId="2407566423" sldId="266"/>
            <ac:picMk id="6" creationId="{159C197D-9700-836D-8C7A-1298C4144811}"/>
          </ac:picMkLst>
        </pc:picChg>
        <pc:cxnChg chg="add mod">
          <ac:chgData name="Kah Hong Cheung" userId="29c4c675f032eeca" providerId="LiveId" clId="{4FD0F452-8EE4-4A73-A2C7-AA8E569C5980}" dt="2026-03-18T22:19:26.893" v="1312" actId="1036"/>
          <ac:cxnSpMkLst>
            <pc:docMk/>
            <pc:sldMk cId="2407566423" sldId="266"/>
            <ac:cxnSpMk id="9" creationId="{81B647B2-C7C1-25D2-8068-126F3C27B193}"/>
          </ac:cxnSpMkLst>
        </pc:cxnChg>
        <pc:cxnChg chg="add mod">
          <ac:chgData name="Kah Hong Cheung" userId="29c4c675f032eeca" providerId="LiveId" clId="{4FD0F452-8EE4-4A73-A2C7-AA8E569C5980}" dt="2026-03-18T22:19:26.893" v="1312" actId="1036"/>
          <ac:cxnSpMkLst>
            <pc:docMk/>
            <pc:sldMk cId="2407566423" sldId="266"/>
            <ac:cxnSpMk id="10" creationId="{65613CFA-A70D-4DF7-3BA1-C8DDD7887A26}"/>
          </ac:cxnSpMkLst>
        </pc:cxnChg>
        <pc:cxnChg chg="add mod">
          <ac:chgData name="Kah Hong Cheung" userId="29c4c675f032eeca" providerId="LiveId" clId="{4FD0F452-8EE4-4A73-A2C7-AA8E569C5980}" dt="2026-03-18T22:19:26.893" v="1312" actId="1036"/>
          <ac:cxnSpMkLst>
            <pc:docMk/>
            <pc:sldMk cId="2407566423" sldId="266"/>
            <ac:cxnSpMk id="15" creationId="{6340446D-FB7B-09F9-F83C-949F7F15F03C}"/>
          </ac:cxnSpMkLst>
        </pc:cxnChg>
        <pc:cxnChg chg="add mod">
          <ac:chgData name="Kah Hong Cheung" userId="29c4c675f032eeca" providerId="LiveId" clId="{4FD0F452-8EE4-4A73-A2C7-AA8E569C5980}" dt="2026-03-18T22:19:26.893" v="1312" actId="1036"/>
          <ac:cxnSpMkLst>
            <pc:docMk/>
            <pc:sldMk cId="2407566423" sldId="266"/>
            <ac:cxnSpMk id="19" creationId="{EC29BAE4-C657-3867-A46C-F43E83563793}"/>
          </ac:cxnSpMkLst>
        </pc:cxnChg>
        <pc:cxnChg chg="add mod">
          <ac:chgData name="Kah Hong Cheung" userId="29c4c675f032eeca" providerId="LiveId" clId="{4FD0F452-8EE4-4A73-A2C7-AA8E569C5980}" dt="2026-03-18T22:19:26.893" v="1312" actId="1036"/>
          <ac:cxnSpMkLst>
            <pc:docMk/>
            <pc:sldMk cId="2407566423" sldId="266"/>
            <ac:cxnSpMk id="20" creationId="{7D43B2C6-E705-DF54-7216-0DEE1FBDAB26}"/>
          </ac:cxnSpMkLst>
        </pc:cxnChg>
        <pc:cxnChg chg="add mod">
          <ac:chgData name="Kah Hong Cheung" userId="29c4c675f032eeca" providerId="LiveId" clId="{4FD0F452-8EE4-4A73-A2C7-AA8E569C5980}" dt="2026-03-18T22:19:26.893" v="1312" actId="1036"/>
          <ac:cxnSpMkLst>
            <pc:docMk/>
            <pc:sldMk cId="2407566423" sldId="266"/>
            <ac:cxnSpMk id="23" creationId="{C7B0DC1A-8C3B-8996-6E31-6668E279BB8E}"/>
          </ac:cxnSpMkLst>
        </pc:cxnChg>
        <pc:cxnChg chg="add mod">
          <ac:chgData name="Kah Hong Cheung" userId="29c4c675f032eeca" providerId="LiveId" clId="{4FD0F452-8EE4-4A73-A2C7-AA8E569C5980}" dt="2026-03-18T22:19:26.893" v="1312" actId="1036"/>
          <ac:cxnSpMkLst>
            <pc:docMk/>
            <pc:sldMk cId="2407566423" sldId="266"/>
            <ac:cxnSpMk id="25" creationId="{D9786C26-7159-BEB6-EE38-12873C96A1D3}"/>
          </ac:cxnSpMkLst>
        </pc:cxnChg>
        <pc:cxnChg chg="add mod">
          <ac:chgData name="Kah Hong Cheung" userId="29c4c675f032eeca" providerId="LiveId" clId="{4FD0F452-8EE4-4A73-A2C7-AA8E569C5980}" dt="2026-03-18T22:19:26.893" v="1312" actId="1036"/>
          <ac:cxnSpMkLst>
            <pc:docMk/>
            <pc:sldMk cId="2407566423" sldId="266"/>
            <ac:cxnSpMk id="28" creationId="{C4EB9844-4E7D-8824-01F4-9CA83DDCCB57}"/>
          </ac:cxnSpMkLst>
        </pc:cxnChg>
        <pc:cxnChg chg="add mod">
          <ac:chgData name="Kah Hong Cheung" userId="29c4c675f032eeca" providerId="LiveId" clId="{4FD0F452-8EE4-4A73-A2C7-AA8E569C5980}" dt="2026-03-18T22:19:26.893" v="1312" actId="1036"/>
          <ac:cxnSpMkLst>
            <pc:docMk/>
            <pc:sldMk cId="2407566423" sldId="266"/>
            <ac:cxnSpMk id="31" creationId="{AC0B41D9-53A7-868A-B06B-895AE7E3F610}"/>
          </ac:cxnSpMkLst>
        </pc:cxnChg>
      </pc:sldChg>
      <pc:sldChg chg="addSp modSp add mod">
        <pc:chgData name="Kah Hong Cheung" userId="29c4c675f032eeca" providerId="LiveId" clId="{4FD0F452-8EE4-4A73-A2C7-AA8E569C5980}" dt="2026-03-18T22:28:18.696" v="1489" actId="20577"/>
        <pc:sldMkLst>
          <pc:docMk/>
          <pc:sldMk cId="2149649326" sldId="267"/>
        </pc:sldMkLst>
        <pc:spChg chg="mod">
          <ac:chgData name="Kah Hong Cheung" userId="29c4c675f032eeca" providerId="LiveId" clId="{4FD0F452-8EE4-4A73-A2C7-AA8E569C5980}" dt="2026-03-18T18:54:17.143" v="904" actId="20577"/>
          <ac:spMkLst>
            <pc:docMk/>
            <pc:sldMk cId="2149649326" sldId="267"/>
            <ac:spMk id="2" creationId="{11751054-7621-D714-47A8-BEEB9C91E5A8}"/>
          </ac:spMkLst>
        </pc:spChg>
        <pc:spChg chg="mod">
          <ac:chgData name="Kah Hong Cheung" userId="29c4c675f032eeca" providerId="LiveId" clId="{4FD0F452-8EE4-4A73-A2C7-AA8E569C5980}" dt="2026-03-18T22:28:18.696" v="1489" actId="20577"/>
          <ac:spMkLst>
            <pc:docMk/>
            <pc:sldMk cId="2149649326" sldId="267"/>
            <ac:spMk id="6" creationId="{9B28FF40-5B7B-F05C-E12C-DBE792E27144}"/>
          </ac:spMkLst>
        </pc:spChg>
        <pc:picChg chg="add mod">
          <ac:chgData name="Kah Hong Cheung" userId="29c4c675f032eeca" providerId="LiveId" clId="{4FD0F452-8EE4-4A73-A2C7-AA8E569C5980}" dt="2026-03-18T22:18:16.510" v="1258" actId="14100"/>
          <ac:picMkLst>
            <pc:docMk/>
            <pc:sldMk cId="2149649326" sldId="267"/>
            <ac:picMk id="7" creationId="{5D711C9B-D5BF-D001-B544-E020B5621F1E}"/>
          </ac:picMkLst>
        </pc:picChg>
      </pc:sldChg>
      <pc:sldChg chg="addSp delSp modSp add mod">
        <pc:chgData name="Kah Hong Cheung" userId="29c4c675f032eeca" providerId="LiveId" clId="{4FD0F452-8EE4-4A73-A2C7-AA8E569C5980}" dt="2026-03-18T22:27:09.526" v="1402" actId="20577"/>
        <pc:sldMkLst>
          <pc:docMk/>
          <pc:sldMk cId="1150381625" sldId="268"/>
        </pc:sldMkLst>
        <pc:spChg chg="mod">
          <ac:chgData name="Kah Hong Cheung" userId="29c4c675f032eeca" providerId="LiveId" clId="{4FD0F452-8EE4-4A73-A2C7-AA8E569C5980}" dt="2026-03-18T22:27:09.526" v="1402" actId="20577"/>
          <ac:spMkLst>
            <pc:docMk/>
            <pc:sldMk cId="1150381625" sldId="268"/>
            <ac:spMk id="6" creationId="{B2AE04C4-76CC-5585-F47D-34C9DAA3E094}"/>
          </ac:spMkLst>
        </pc:spChg>
        <pc:picChg chg="del">
          <ac:chgData name="Kah Hong Cheung" userId="29c4c675f032eeca" providerId="LiveId" clId="{4FD0F452-8EE4-4A73-A2C7-AA8E569C5980}" dt="2026-03-18T22:01:40.545" v="1130" actId="478"/>
          <ac:picMkLst>
            <pc:docMk/>
            <pc:sldMk cId="1150381625" sldId="268"/>
            <ac:picMk id="7" creationId="{9E933E04-C53E-8389-FD30-2A3BE82A80DE}"/>
          </ac:picMkLst>
        </pc:picChg>
        <pc:picChg chg="add mod">
          <ac:chgData name="Kah Hong Cheung" userId="29c4c675f032eeca" providerId="LiveId" clId="{4FD0F452-8EE4-4A73-A2C7-AA8E569C5980}" dt="2026-03-18T22:05:43.237" v="1165" actId="14100"/>
          <ac:picMkLst>
            <pc:docMk/>
            <pc:sldMk cId="1150381625" sldId="268"/>
            <ac:picMk id="8" creationId="{7E851D91-6B01-4001-6525-AE103FB90E0B}"/>
          </ac:picMkLst>
        </pc:picChg>
      </pc:sldChg>
      <pc:sldChg chg="addSp delSp modSp add mod">
        <pc:chgData name="Kah Hong Cheung" userId="29c4c675f032eeca" providerId="LiveId" clId="{4FD0F452-8EE4-4A73-A2C7-AA8E569C5980}" dt="2026-03-18T22:27:13.952" v="1412" actId="20577"/>
        <pc:sldMkLst>
          <pc:docMk/>
          <pc:sldMk cId="3876870786" sldId="269"/>
        </pc:sldMkLst>
        <pc:spChg chg="mod">
          <ac:chgData name="Kah Hong Cheung" userId="29c4c675f032eeca" providerId="LiveId" clId="{4FD0F452-8EE4-4A73-A2C7-AA8E569C5980}" dt="2026-03-18T22:27:13.952" v="1412" actId="20577"/>
          <ac:spMkLst>
            <pc:docMk/>
            <pc:sldMk cId="3876870786" sldId="269"/>
            <ac:spMk id="6" creationId="{E1CF63A2-1BBA-320B-35EA-DF39DE07E591}"/>
          </ac:spMkLst>
        </pc:spChg>
        <pc:picChg chg="add mod">
          <ac:chgData name="Kah Hong Cheung" userId="29c4c675f032eeca" providerId="LiveId" clId="{4FD0F452-8EE4-4A73-A2C7-AA8E569C5980}" dt="2026-03-18T22:06:04.447" v="1172" actId="14100"/>
          <ac:picMkLst>
            <pc:docMk/>
            <pc:sldMk cId="3876870786" sldId="269"/>
            <ac:picMk id="7" creationId="{7720ED5F-C4DB-6760-4431-24C41D170558}"/>
          </ac:picMkLst>
        </pc:picChg>
        <pc:picChg chg="del">
          <ac:chgData name="Kah Hong Cheung" userId="29c4c675f032eeca" providerId="LiveId" clId="{4FD0F452-8EE4-4A73-A2C7-AA8E569C5980}" dt="2026-03-18T22:02:05.302" v="1136" actId="478"/>
          <ac:picMkLst>
            <pc:docMk/>
            <pc:sldMk cId="3876870786" sldId="269"/>
            <ac:picMk id="8" creationId="{1CB8AD3B-2533-52E3-8D45-AC2323233C4C}"/>
          </ac:picMkLst>
        </pc:picChg>
      </pc:sldChg>
      <pc:sldChg chg="addSp delSp modSp add mod">
        <pc:chgData name="Kah Hong Cheung" userId="29c4c675f032eeca" providerId="LiveId" clId="{4FD0F452-8EE4-4A73-A2C7-AA8E569C5980}" dt="2026-03-18T22:27:18.673" v="1422" actId="20577"/>
        <pc:sldMkLst>
          <pc:docMk/>
          <pc:sldMk cId="1464465548" sldId="270"/>
        </pc:sldMkLst>
        <pc:spChg chg="mod">
          <ac:chgData name="Kah Hong Cheung" userId="29c4c675f032eeca" providerId="LiveId" clId="{4FD0F452-8EE4-4A73-A2C7-AA8E569C5980}" dt="2026-03-18T22:27:18.673" v="1422" actId="20577"/>
          <ac:spMkLst>
            <pc:docMk/>
            <pc:sldMk cId="1464465548" sldId="270"/>
            <ac:spMk id="6" creationId="{C5ACEB24-DB46-11A6-0F47-3567E4B257A9}"/>
          </ac:spMkLst>
        </pc:spChg>
        <pc:picChg chg="del">
          <ac:chgData name="Kah Hong Cheung" userId="29c4c675f032eeca" providerId="LiveId" clId="{4FD0F452-8EE4-4A73-A2C7-AA8E569C5980}" dt="2026-03-18T22:02:33.534" v="1142" actId="478"/>
          <ac:picMkLst>
            <pc:docMk/>
            <pc:sldMk cId="1464465548" sldId="270"/>
            <ac:picMk id="7" creationId="{C4283510-5164-F705-4270-66493F06773C}"/>
          </ac:picMkLst>
        </pc:picChg>
        <pc:picChg chg="add mod">
          <ac:chgData name="Kah Hong Cheung" userId="29c4c675f032eeca" providerId="LiveId" clId="{4FD0F452-8EE4-4A73-A2C7-AA8E569C5980}" dt="2026-03-18T22:06:08.055" v="1173" actId="14100"/>
          <ac:picMkLst>
            <pc:docMk/>
            <pc:sldMk cId="1464465548" sldId="270"/>
            <ac:picMk id="8" creationId="{3AF8B30A-FE22-C070-ED59-F901BA64F01D}"/>
          </ac:picMkLst>
        </pc:picChg>
      </pc:sldChg>
      <pc:sldChg chg="addSp delSp modSp add mod">
        <pc:chgData name="Kah Hong Cheung" userId="29c4c675f032eeca" providerId="LiveId" clId="{4FD0F452-8EE4-4A73-A2C7-AA8E569C5980}" dt="2026-03-18T22:27:37.140" v="1447" actId="20577"/>
        <pc:sldMkLst>
          <pc:docMk/>
          <pc:sldMk cId="2534906176" sldId="271"/>
        </pc:sldMkLst>
        <pc:spChg chg="mod">
          <ac:chgData name="Kah Hong Cheung" userId="29c4c675f032eeca" providerId="LiveId" clId="{4FD0F452-8EE4-4A73-A2C7-AA8E569C5980}" dt="2026-03-18T22:27:37.140" v="1447" actId="20577"/>
          <ac:spMkLst>
            <pc:docMk/>
            <pc:sldMk cId="2534906176" sldId="271"/>
            <ac:spMk id="8" creationId="{E0A7A1ED-8C5A-615B-F315-3B60B2164401}"/>
          </ac:spMkLst>
        </pc:spChg>
        <pc:picChg chg="del">
          <ac:chgData name="Kah Hong Cheung" userId="29c4c675f032eeca" providerId="LiveId" clId="{4FD0F452-8EE4-4A73-A2C7-AA8E569C5980}" dt="2026-03-18T22:04:33.316" v="1151" actId="478"/>
          <ac:picMkLst>
            <pc:docMk/>
            <pc:sldMk cId="2534906176" sldId="271"/>
            <ac:picMk id="6" creationId="{1C26D237-1E60-EB74-AC6E-6BC64ECC7A7F}"/>
          </ac:picMkLst>
        </pc:picChg>
        <pc:picChg chg="add del mod">
          <ac:chgData name="Kah Hong Cheung" userId="29c4c675f032eeca" providerId="LiveId" clId="{4FD0F452-8EE4-4A73-A2C7-AA8E569C5980}" dt="2026-03-18T22:04:50.719" v="1159" actId="14100"/>
          <ac:picMkLst>
            <pc:docMk/>
            <pc:sldMk cId="2534906176" sldId="271"/>
            <ac:picMk id="9" creationId="{C826E6A9-D157-42A4-B4AA-079E65A1DCE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1B266B-FD9A-43CE-86BB-A8D571C64C7B}" type="datetimeFigureOut">
              <a:rPr lang="en-SG" smtClean="0"/>
              <a:t>19/3/2026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9D44D6-28A2-40A7-98BC-8792C545721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350166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9AAEE-B1D6-2BAE-62CC-63B61B0128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11163"/>
            <a:ext cx="9144000" cy="325659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 dirty="0"/>
              <a:t>Click to edit Master title style</a:t>
            </a:r>
            <a:endParaRPr lang="en-S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9AC4E1-2BCE-FA25-32DC-8DF54154C8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67760"/>
            <a:ext cx="9144000" cy="219456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SG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7DE6F-554E-0F13-D6CC-046355BC2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7D1BD-30AA-415A-859C-EE6D4B26CA7C}" type="datetimeFigureOut">
              <a:rPr lang="en-SG" smtClean="0"/>
              <a:t>19/3/2026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9534E4-7E60-1823-0B25-44EA828C6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01" y="6310310"/>
            <a:ext cx="4114800" cy="365125"/>
          </a:xfrm>
        </p:spPr>
        <p:txBody>
          <a:bodyPr/>
          <a:lstStyle/>
          <a:p>
            <a:endParaRPr lang="en-SG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B7EC01-DD24-732B-E2C6-F7206761D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411163"/>
            <a:ext cx="487680" cy="365125"/>
          </a:xfrm>
        </p:spPr>
        <p:txBody>
          <a:bodyPr/>
          <a:lstStyle/>
          <a:p>
            <a:fld id="{A3AA9F9D-6F9F-47B4-B375-780D013B138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21122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14D95-D2B7-286F-076A-6545E54C8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74A1D-4517-7656-4EE6-855FC25A52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4F7241-FDB2-7094-67CE-2490753F0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7D1BD-30AA-415A-859C-EE6D4B26CA7C}" type="datetimeFigureOut">
              <a:rPr lang="en-SG" smtClean="0"/>
              <a:t>19/3/2026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3F70BA-5E2F-818F-EEAD-3EE5A19ED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DDB43-C2DA-7CC2-1BC3-7CCB77425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A9F9D-6F9F-47B4-B375-780D013B138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01315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D6D9F-6B36-BE34-9743-E9AA5D696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618B84-BDA1-D947-A4DA-E7E1FE866B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DAF68A-74C0-C4E4-8DF5-CD60B095A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7D1BD-30AA-415A-859C-EE6D4B26CA7C}" type="datetimeFigureOut">
              <a:rPr lang="en-SG" smtClean="0"/>
              <a:t>19/3/2026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671331-9632-8DC6-B089-E0DB14401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A0ECB7-1221-B779-94BD-947D0D8A7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A9F9D-6F9F-47B4-B375-780D013B138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04820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0384C-AE19-C28D-693F-02328B71B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D87D0-26AF-F6AB-3027-F07297F2D2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47CC5D-6683-F032-5D51-3B761ABF25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8B812A-8168-7615-301C-D95F31937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7D1BD-30AA-415A-859C-EE6D4B26CA7C}" type="datetimeFigureOut">
              <a:rPr lang="en-SG" smtClean="0"/>
              <a:t>19/3/2026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036420-8174-02B5-971F-CF29BDFFA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EC3F0D-F77E-EDB8-A9EE-E4DB1CE30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A9F9D-6F9F-47B4-B375-780D013B138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01338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B53E5-86F3-1B06-7101-7FF4FB6EF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2FBF96-86D9-6554-0941-B8D995CAD5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D2B045-4CF3-9815-E395-067D676E08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E7E31F-3000-8DD9-DE31-37A60D7929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1EB14C-1C62-236E-73BB-82E9A429CE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580BFF-F3BA-5E56-C1E3-49A71A307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7D1BD-30AA-415A-859C-EE6D4B26CA7C}" type="datetimeFigureOut">
              <a:rPr lang="en-SG" smtClean="0"/>
              <a:t>19/3/2026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80879E-6F50-56B6-498D-9DFD39568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BD55DD-0A87-61AF-49BA-4B622A4D2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A9F9D-6F9F-47B4-B375-780D013B138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08667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2BD95-7D30-F947-B5F2-39399DA63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AD232B-DFAE-88DE-C67B-824F9A46C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7D1BD-30AA-415A-859C-EE6D4B26CA7C}" type="datetimeFigureOut">
              <a:rPr lang="en-SG" smtClean="0"/>
              <a:t>19/3/2026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D6F93D-C1B7-76F5-AE6C-14DB37E62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BF47AD-98AA-4BC3-9A90-FDE4ED51C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A9F9D-6F9F-47B4-B375-780D013B138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76580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A33822-2CF7-96CD-DF10-3E06BA497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7D1BD-30AA-415A-859C-EE6D4B26CA7C}" type="datetimeFigureOut">
              <a:rPr lang="en-SG" smtClean="0"/>
              <a:t>19/3/2026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ED3FCF-C43D-FD48-5AA1-9C53572D2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3BD1E6-FDE6-75AC-4741-2C98BCB41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A9F9D-6F9F-47B4-B375-780D013B138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63938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497DB-9260-773D-224C-2604FF67E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AB659-CE79-3372-DA34-46B8CA324A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8058F-589A-7693-D089-749C631944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7F2D9E-4C43-BD64-33E5-3BF3C7EA8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7D1BD-30AA-415A-859C-EE6D4B26CA7C}" type="datetimeFigureOut">
              <a:rPr lang="en-SG" smtClean="0"/>
              <a:t>19/3/2026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9F64D8-4436-CF24-AB4B-877EB11C9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4BAFA8-EC63-9A7E-8F03-D72B1987D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A9F9D-6F9F-47B4-B375-780D013B138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44397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244EF-9748-AC2F-02B4-44F076981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5E0677-D0FC-661B-B0D3-6E2ED834CE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87206C-5FD2-2FEB-2A01-44B46B67C3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FE82F3-7DE0-E359-326E-F236620DE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7D1BD-30AA-415A-859C-EE6D4B26CA7C}" type="datetimeFigureOut">
              <a:rPr lang="en-SG" smtClean="0"/>
              <a:t>19/3/2026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92227D-6E65-3F7D-2441-F5662E276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EDA93B-D2E6-3FEF-874F-9E9465C2F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A9F9D-6F9F-47B4-B375-780D013B138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60371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EA7A9-C47D-5391-A9AA-401A61C3E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5B6398-9FF1-E5D8-EDA9-08FBCF6C14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64066B-6E79-B425-CF50-484A4801F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7D1BD-30AA-415A-859C-EE6D4B26CA7C}" type="datetimeFigureOut">
              <a:rPr lang="en-SG" smtClean="0"/>
              <a:t>19/3/2026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67E7E9-04EA-7002-4D87-BB5315BEF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88E77-0ECB-94EB-EBB2-808E5CC54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A9F9D-6F9F-47B4-B375-780D013B138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97814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648358-534B-B2D6-CBE7-3E74152DD9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8C4961-548B-5AB0-5444-A8AC8F0B85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41867A-5B84-B9E0-9032-FBC3B4921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7D1BD-30AA-415A-859C-EE6D4B26CA7C}" type="datetimeFigureOut">
              <a:rPr lang="en-SG" smtClean="0"/>
              <a:t>19/3/2026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F49040-7E2E-E5B9-793A-6D8210DCE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F9B8D-A766-D315-8121-077659FDF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A9F9D-6F9F-47B4-B375-780D013B138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83414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21D365-EEEC-9B00-AFDE-9E3D6EF12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1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BAE7C8-547D-0B74-9F97-B88AFCD945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87120"/>
            <a:ext cx="10515600" cy="50898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E628B3-A016-7B39-B6CB-E331824E21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1031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37D1BD-30AA-415A-859C-EE6D4B26CA7C}" type="datetimeFigureOut">
              <a:rPr lang="en-SG" smtClean="0"/>
              <a:t>19/3/2026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C8DDF-B9D8-8D22-2136-E2FFF97558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1031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732C6-A3F0-286C-1929-633D490A83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365126"/>
            <a:ext cx="599440" cy="3159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AA9F9D-6F9F-47B4-B375-780D013B138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56282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lookerstudio.google.com/reporting/5db17733-75bf-47d6-be43-3b62942b40be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lookerstudio.google.com/reporting/5db17733-75bf-47d6-be43-3b62942b40be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lookerstudio.google.com/reporting/5db17733-75bf-47d6-be43-3b62942b40be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lookerstudio.google.com/reporting/5db17733-75bf-47d6-be43-3b62942b40be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8F607-DC21-A435-19A9-A6630B79A7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904" y="422049"/>
            <a:ext cx="11310257" cy="2103438"/>
          </a:xfrm>
        </p:spPr>
        <p:txBody>
          <a:bodyPr>
            <a:noAutofit/>
          </a:bodyPr>
          <a:lstStyle/>
          <a:p>
            <a:r>
              <a:rPr lang="en-SG" sz="4800" dirty="0"/>
              <a:t>DSAI</a:t>
            </a:r>
            <a:br>
              <a:rPr lang="en-SG" sz="4800" dirty="0"/>
            </a:br>
            <a:r>
              <a:rPr lang="en-SG" sz="4800" dirty="0"/>
              <a:t>Module 2 Project</a:t>
            </a:r>
            <a:br>
              <a:rPr lang="en-SG" sz="4800" dirty="0"/>
            </a:br>
            <a:r>
              <a:rPr lang="en-US" sz="4800" dirty="0"/>
              <a:t>end-to-end data pipeline &amp; analysis workflow</a:t>
            </a:r>
            <a:endParaRPr lang="en-SG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CC0182-6857-4351-49D5-E792A96531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1743" y="3973287"/>
            <a:ext cx="10550581" cy="2371919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en-SG" dirty="0"/>
              <a:t>1 - Executive Summary</a:t>
            </a:r>
          </a:p>
          <a:p>
            <a:pPr algn="l"/>
            <a:r>
              <a:rPr lang="en-SG" dirty="0"/>
              <a:t>2 - Business Value Proposition</a:t>
            </a:r>
          </a:p>
          <a:p>
            <a:pPr algn="l"/>
            <a:r>
              <a:rPr lang="en-SG" dirty="0"/>
              <a:t>3 - Technical Solution Overview </a:t>
            </a:r>
          </a:p>
          <a:p>
            <a:pPr algn="l"/>
            <a:r>
              <a:rPr lang="en-SG" dirty="0"/>
              <a:t>4 - Risk and Mitigation </a:t>
            </a:r>
          </a:p>
          <a:p>
            <a:pPr algn="l"/>
            <a:r>
              <a:rPr lang="en-SG" dirty="0"/>
              <a:t>5 - Q&amp;A</a:t>
            </a:r>
            <a:br>
              <a:rPr lang="en-SG" dirty="0"/>
            </a:br>
            <a:br>
              <a:rPr lang="en-SG" dirty="0"/>
            </a:br>
            <a:r>
              <a:rPr lang="en-SG" dirty="0"/>
              <a:t>By: Cheung KH		   </a:t>
            </a:r>
            <a:r>
              <a:rPr lang="en-US" dirty="0"/>
              <a:t>Tools: </a:t>
            </a:r>
            <a:r>
              <a:rPr lang="en-US" dirty="0" err="1"/>
              <a:t>Meltano</a:t>
            </a:r>
            <a:r>
              <a:rPr lang="en-US" dirty="0"/>
              <a:t> | </a:t>
            </a:r>
            <a:r>
              <a:rPr lang="en-US" dirty="0" err="1"/>
              <a:t>BigQuery</a:t>
            </a:r>
            <a:r>
              <a:rPr lang="en-US" dirty="0"/>
              <a:t> | </a:t>
            </a:r>
            <a:r>
              <a:rPr lang="en-US" dirty="0" err="1"/>
              <a:t>dbt</a:t>
            </a:r>
            <a:r>
              <a:rPr lang="en-US" dirty="0"/>
              <a:t> | Great Expectations | </a:t>
            </a:r>
            <a:r>
              <a:rPr lang="en-US" dirty="0" err="1"/>
              <a:t>Dagster</a:t>
            </a:r>
            <a:r>
              <a:rPr lang="en-US" dirty="0"/>
              <a:t> | Looker</a:t>
            </a: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FD2057-6145-F3D3-441E-5160C0EA62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791" y="2569031"/>
            <a:ext cx="3118417" cy="332563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3E76EEC-0C39-2F9B-5EF1-A133E248C1AC}"/>
              </a:ext>
            </a:extLst>
          </p:cNvPr>
          <p:cNvSpPr/>
          <p:nvPr/>
        </p:nvSpPr>
        <p:spPr>
          <a:xfrm>
            <a:off x="413657" y="1763488"/>
            <a:ext cx="11538857" cy="805544"/>
          </a:xfrm>
          <a:prstGeom prst="rect">
            <a:avLst/>
          </a:prstGeom>
          <a:solidFill>
            <a:srgbClr val="0070C0">
              <a:alpha val="38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8ABA35-9991-0CD4-725B-861AA31EFE99}"/>
              </a:ext>
            </a:extLst>
          </p:cNvPr>
          <p:cNvSpPr/>
          <p:nvPr/>
        </p:nvSpPr>
        <p:spPr>
          <a:xfrm>
            <a:off x="3287486" y="5717166"/>
            <a:ext cx="8524675" cy="805544"/>
          </a:xfrm>
          <a:prstGeom prst="rect">
            <a:avLst/>
          </a:prstGeom>
          <a:solidFill>
            <a:srgbClr val="FFC000">
              <a:alpha val="38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0952B17-F6E5-302D-650E-B7925B83CC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6453" y="181839"/>
            <a:ext cx="1576947" cy="1576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836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A3677-1283-3BBF-9F7D-2C7367520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1 – Executive Summary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FD802E-45DD-56A9-D337-A5D67CDE2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A9F9D-6F9F-47B4-B375-780D013B1389}" type="slidenum">
              <a:rPr lang="en-SG" smtClean="0"/>
              <a:t>2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DFEAAA-0701-6E17-2EBF-01AB1E2D2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DSAI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19DD40-610E-A071-F61A-D44A950825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9943" y="1578656"/>
            <a:ext cx="6466114" cy="457177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Built an end-to-end data pipeline </a:t>
            </a:r>
            <a:br>
              <a:rPr lang="en-US" dirty="0"/>
            </a:br>
            <a:r>
              <a:rPr lang="en-US" dirty="0"/>
              <a:t>from raw CSV to BI dashboard</a:t>
            </a:r>
          </a:p>
          <a:p>
            <a:endParaRPr lang="en-US" dirty="0"/>
          </a:p>
          <a:p>
            <a:r>
              <a:rPr lang="en-US" dirty="0"/>
              <a:t>Designed scalable cloud data warehouse </a:t>
            </a:r>
            <a:br>
              <a:rPr lang="en-US" dirty="0"/>
            </a:br>
            <a:r>
              <a:rPr lang="en-US" dirty="0"/>
              <a:t>using </a:t>
            </a:r>
            <a:r>
              <a:rPr lang="en-US" dirty="0" err="1"/>
              <a:t>BigQuery</a:t>
            </a:r>
            <a:endParaRPr lang="en-US" dirty="0"/>
          </a:p>
          <a:p>
            <a:endParaRPr lang="en-US" dirty="0"/>
          </a:p>
          <a:p>
            <a:r>
              <a:rPr lang="en-US" dirty="0"/>
              <a:t>Implemented ELT pipeline </a:t>
            </a:r>
            <a:br>
              <a:rPr lang="en-US" dirty="0"/>
            </a:br>
            <a:r>
              <a:rPr lang="en-US" dirty="0"/>
              <a:t>with </a:t>
            </a:r>
            <a:r>
              <a:rPr lang="en-US" dirty="0" err="1"/>
              <a:t>dbt</a:t>
            </a:r>
            <a:r>
              <a:rPr lang="en-US" dirty="0"/>
              <a:t> and data quality checks</a:t>
            </a:r>
          </a:p>
          <a:p>
            <a:endParaRPr lang="en-US" dirty="0"/>
          </a:p>
          <a:p>
            <a:r>
              <a:rPr lang="en-US" dirty="0"/>
              <a:t>Resolved real-world data issues </a:t>
            </a:r>
            <a:br>
              <a:rPr lang="en-US" dirty="0"/>
            </a:br>
            <a:r>
              <a:rPr lang="en-US" dirty="0"/>
              <a:t>(duplicates, encoding, schema mismatch)</a:t>
            </a:r>
          </a:p>
          <a:p>
            <a:endParaRPr lang="en-US" dirty="0"/>
          </a:p>
          <a:p>
            <a:r>
              <a:rPr lang="en-US" dirty="0"/>
              <a:t>Delivered actionable business insights </a:t>
            </a:r>
            <a:br>
              <a:rPr lang="en-US" dirty="0"/>
            </a:br>
            <a:r>
              <a:rPr lang="en-US" dirty="0"/>
              <a:t>via Looker dashboard</a:t>
            </a:r>
            <a:endParaRPr lang="en-S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EC7ED8-B94F-8848-FBD7-652688F56F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6985" y="2553305"/>
            <a:ext cx="3336471" cy="3402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41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9A69C-2772-E518-ED23-897160B9C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0FA0C-F581-7FEB-3237-9D66D45F4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2 – Business Value Proposition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E69AD-397E-5095-4F2B-A4AB65C348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6122" y="1424199"/>
            <a:ext cx="8602650" cy="470445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Business Problem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Raw data stored in multiple CSV files</a:t>
            </a:r>
          </a:p>
          <a:p>
            <a:endParaRPr lang="en-US" dirty="0"/>
          </a:p>
          <a:p>
            <a:r>
              <a:rPr lang="en-SG" dirty="0"/>
              <a:t>No centralized data warehouse</a:t>
            </a:r>
          </a:p>
          <a:p>
            <a:endParaRPr lang="en-SG" dirty="0"/>
          </a:p>
          <a:p>
            <a:r>
              <a:rPr lang="en-US" dirty="0"/>
              <a:t>Complex joins required for analysis</a:t>
            </a:r>
          </a:p>
          <a:p>
            <a:endParaRPr lang="en-US" dirty="0"/>
          </a:p>
          <a:p>
            <a:r>
              <a:rPr lang="en-SG" dirty="0"/>
              <a:t>Data inconsistencies and duplicates</a:t>
            </a:r>
          </a:p>
          <a:p>
            <a:endParaRPr lang="en-SG" dirty="0"/>
          </a:p>
          <a:p>
            <a:r>
              <a:rPr lang="en-US" dirty="0"/>
              <a:t>Difficult for business users to extract insights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E3A9B2-CC7F-7FE0-12A9-978F6BD13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A9F9D-6F9F-47B4-B375-780D013B1389}" type="slidenum">
              <a:rPr lang="en-SG" smtClean="0"/>
              <a:t>3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A1B1BD-9004-029A-CBA2-85EC41E95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DSAI</a:t>
            </a:r>
            <a:endParaRPr lang="en-S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12E5FA-E721-5C89-89DC-EF2E190B8B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7616" y="3298370"/>
            <a:ext cx="3534383" cy="3559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073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A6C55-7F0B-1E19-6602-994DAF540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2361F-FCC8-8008-E3F8-26F802E7B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2 – Business Value Proposition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BEEAEC-FB85-0CEB-60BB-735E3EE8C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A9F9D-6F9F-47B4-B375-780D013B1389}" type="slidenum">
              <a:rPr lang="en-SG" smtClean="0"/>
              <a:t>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755232-9BFD-48E1-C7C3-8C2F58616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DSAI</a:t>
            </a:r>
            <a:endParaRPr lang="en-SG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C0104BD-C114-EC33-4E3C-B0DBCA056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6122" y="1424199"/>
            <a:ext cx="8602650" cy="470445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Insights (Looker)</a:t>
            </a:r>
          </a:p>
          <a:p>
            <a:endParaRPr lang="en-US" dirty="0"/>
          </a:p>
          <a:p>
            <a:r>
              <a:rPr lang="en-US" dirty="0"/>
              <a:t>Monthly revenue trends</a:t>
            </a:r>
          </a:p>
          <a:p>
            <a:endParaRPr lang="en-US" dirty="0"/>
          </a:p>
          <a:p>
            <a:r>
              <a:rPr lang="en-US" dirty="0"/>
              <a:t>Top product categories</a:t>
            </a:r>
          </a:p>
          <a:p>
            <a:endParaRPr lang="en-US" dirty="0"/>
          </a:p>
          <a:p>
            <a:r>
              <a:rPr lang="en-US" dirty="0"/>
              <a:t>Top sellers by revenue</a:t>
            </a:r>
          </a:p>
          <a:p>
            <a:endParaRPr lang="en-US" dirty="0"/>
          </a:p>
          <a:p>
            <a:r>
              <a:rPr lang="en-US" dirty="0"/>
              <a:t>Customer purchase patterns</a:t>
            </a:r>
          </a:p>
          <a:p>
            <a:endParaRPr lang="en-US" dirty="0"/>
          </a:p>
          <a:p>
            <a:r>
              <a:rPr lang="en-SG" dirty="0"/>
              <a:t>Link:</a:t>
            </a:r>
            <a:br>
              <a:rPr lang="en-SG" dirty="0"/>
            </a:br>
            <a:r>
              <a:rPr lang="en-SG" dirty="0">
                <a:hlinkClick r:id="rId2"/>
              </a:rPr>
              <a:t>https://lookerstudio.google.com/reporting/5db17733-75bf-47d6-be43-3b62942b40be</a:t>
            </a:r>
            <a:endParaRPr lang="en-S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F7A42A-5A83-9073-5A8B-8F5C2F9C35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621" y="1699106"/>
            <a:ext cx="7194477" cy="2201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472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DBDE1-9104-3BB0-541A-C8DD1620A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AE300-8F73-5976-9997-2DF1F8112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2 – Business Value Proposition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614B91-51A7-B6A1-3EEA-C272E1131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A9F9D-6F9F-47B4-B375-780D013B1389}" type="slidenum">
              <a:rPr lang="en-SG" smtClean="0"/>
              <a:t>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44878-07C0-2170-7289-58EA96F89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DSAI</a:t>
            </a:r>
            <a:endParaRPr lang="en-SG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2AE04C4-76CC-5585-F47D-34C9DAA3E0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6122" y="1424199"/>
            <a:ext cx="8602650" cy="470445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Insights (Looker)</a:t>
            </a:r>
          </a:p>
          <a:p>
            <a:endParaRPr lang="en-US" dirty="0"/>
          </a:p>
          <a:p>
            <a:r>
              <a:rPr lang="en-US" dirty="0"/>
              <a:t>Monthly revenue trends</a:t>
            </a:r>
          </a:p>
          <a:p>
            <a:endParaRPr lang="en-US" dirty="0"/>
          </a:p>
          <a:p>
            <a:r>
              <a:rPr lang="en-US" dirty="0"/>
              <a:t>Top product categories</a:t>
            </a:r>
          </a:p>
          <a:p>
            <a:endParaRPr lang="en-US" dirty="0"/>
          </a:p>
          <a:p>
            <a:r>
              <a:rPr lang="en-US" dirty="0"/>
              <a:t>Top sellers by revenue</a:t>
            </a:r>
          </a:p>
          <a:p>
            <a:endParaRPr lang="en-US" dirty="0"/>
          </a:p>
          <a:p>
            <a:r>
              <a:rPr lang="en-US" dirty="0"/>
              <a:t>Customer purchase patterns</a:t>
            </a:r>
          </a:p>
          <a:p>
            <a:endParaRPr lang="en-US" dirty="0"/>
          </a:p>
          <a:p>
            <a:r>
              <a:rPr lang="en-SG" dirty="0"/>
              <a:t>Link:</a:t>
            </a:r>
            <a:br>
              <a:rPr lang="en-SG" dirty="0"/>
            </a:br>
            <a:r>
              <a:rPr lang="en-SG" dirty="0">
                <a:hlinkClick r:id="rId2"/>
              </a:rPr>
              <a:t>https://lookerstudio.google.com/reporting/5db17733-75bf-47d6-be43-3b62942b40be</a:t>
            </a:r>
            <a:endParaRPr lang="en-S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E851D91-6B01-4001-6525-AE103FB90E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0014" y="1164771"/>
            <a:ext cx="6884355" cy="402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381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82D99-DC7F-99BE-6218-5388B847C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9D8D7-D195-4353-F48E-FC8968CA8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2 – Business Value Proposition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6E6933-49BB-838E-5A2A-9FA21B140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A9F9D-6F9F-47B4-B375-780D013B1389}" type="slidenum">
              <a:rPr lang="en-SG" smtClean="0"/>
              <a:t>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653470-5284-B58A-C859-49DB107BB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DSAI</a:t>
            </a:r>
            <a:endParaRPr lang="en-SG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1CF63A2-1BBA-320B-35EA-DF39DE07E5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6122" y="1424199"/>
            <a:ext cx="8602650" cy="470445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Insights (Looker)</a:t>
            </a:r>
          </a:p>
          <a:p>
            <a:endParaRPr lang="en-US" dirty="0"/>
          </a:p>
          <a:p>
            <a:r>
              <a:rPr lang="en-US" dirty="0"/>
              <a:t>Monthly revenue trends</a:t>
            </a:r>
          </a:p>
          <a:p>
            <a:endParaRPr lang="en-US" dirty="0"/>
          </a:p>
          <a:p>
            <a:r>
              <a:rPr lang="en-US" dirty="0"/>
              <a:t>Top product categories</a:t>
            </a:r>
          </a:p>
          <a:p>
            <a:endParaRPr lang="en-US" dirty="0"/>
          </a:p>
          <a:p>
            <a:r>
              <a:rPr lang="en-US" dirty="0"/>
              <a:t>Top sellers by revenue</a:t>
            </a:r>
          </a:p>
          <a:p>
            <a:endParaRPr lang="en-US" dirty="0"/>
          </a:p>
          <a:p>
            <a:r>
              <a:rPr lang="en-US" dirty="0"/>
              <a:t>Customer purchase patterns</a:t>
            </a:r>
          </a:p>
          <a:p>
            <a:endParaRPr lang="en-US" dirty="0"/>
          </a:p>
          <a:p>
            <a:r>
              <a:rPr lang="en-SG" dirty="0"/>
              <a:t>Link:</a:t>
            </a:r>
            <a:br>
              <a:rPr lang="en-SG" dirty="0"/>
            </a:br>
            <a:r>
              <a:rPr lang="en-SG" dirty="0">
                <a:hlinkClick r:id="rId2"/>
              </a:rPr>
              <a:t>https://lookerstudio.google.com/reporting/5db17733-75bf-47d6-be43-3b62942b40be</a:t>
            </a:r>
            <a:endParaRPr lang="en-S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20ED5F-C4DB-6760-4431-24C41D1705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0432" y="1242545"/>
            <a:ext cx="4341567" cy="3996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870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6F03F-499D-44E4-BDD2-F2F68800A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F2821-8912-7C64-39FE-A50B5A7E6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2 – Business Value Proposition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941C8E-D09F-AF71-878F-13D694206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A9F9D-6F9F-47B4-B375-780D013B1389}" type="slidenum">
              <a:rPr lang="en-SG" smtClean="0"/>
              <a:t>7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A2E9C8-C175-08EA-F17F-9F6F63737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DSAI</a:t>
            </a:r>
            <a:endParaRPr lang="en-SG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5ACEB24-DB46-11A6-0F47-3567E4B25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6122" y="1424199"/>
            <a:ext cx="8602650" cy="470445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Insights (Looker)</a:t>
            </a:r>
          </a:p>
          <a:p>
            <a:endParaRPr lang="en-US" dirty="0"/>
          </a:p>
          <a:p>
            <a:r>
              <a:rPr lang="en-US" dirty="0"/>
              <a:t>Monthly revenue trends</a:t>
            </a:r>
          </a:p>
          <a:p>
            <a:endParaRPr lang="en-US" dirty="0"/>
          </a:p>
          <a:p>
            <a:r>
              <a:rPr lang="en-US" dirty="0"/>
              <a:t>Top product categories</a:t>
            </a:r>
          </a:p>
          <a:p>
            <a:endParaRPr lang="en-US" dirty="0"/>
          </a:p>
          <a:p>
            <a:r>
              <a:rPr lang="en-US" dirty="0"/>
              <a:t>Top sellers by revenue</a:t>
            </a:r>
          </a:p>
          <a:p>
            <a:endParaRPr lang="en-US" dirty="0"/>
          </a:p>
          <a:p>
            <a:r>
              <a:rPr lang="en-US" dirty="0"/>
              <a:t>Customer purchase patterns</a:t>
            </a:r>
          </a:p>
          <a:p>
            <a:endParaRPr lang="en-US" dirty="0"/>
          </a:p>
          <a:p>
            <a:r>
              <a:rPr lang="en-SG" dirty="0"/>
              <a:t>Link:</a:t>
            </a:r>
            <a:br>
              <a:rPr lang="en-SG" dirty="0"/>
            </a:br>
            <a:r>
              <a:rPr lang="en-SG" dirty="0">
                <a:hlinkClick r:id="rId2"/>
              </a:rPr>
              <a:t>https://lookerstudio.google.com/reporting/5db17733-75bf-47d6-be43-3b62942b40be</a:t>
            </a:r>
            <a:endParaRPr lang="en-S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AF8B30A-FE22-C070-ED59-F901BA64F0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6971" y="2379704"/>
            <a:ext cx="4855029" cy="2736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465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E9188-E13D-001D-9F40-AAF3EC142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D25E4-07CF-8671-491F-46193297E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2 – Business Value Proposition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2268A-35DB-02DD-D711-DF6E0AD7C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A9F9D-6F9F-47B4-B375-780D013B1389}" type="slidenum">
              <a:rPr lang="en-SG" smtClean="0"/>
              <a:t>8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77AE96-F34F-5BD1-05E2-4DEFD69A6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DSAI</a:t>
            </a:r>
            <a:endParaRPr lang="en-SG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10A4822-694E-3580-79A9-ABE52D0BA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0590" y="2153542"/>
            <a:ext cx="8602650" cy="470445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Recommendations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Focus marketing on top-performing categories</a:t>
            </a:r>
          </a:p>
          <a:p>
            <a:endParaRPr lang="en-US" dirty="0"/>
          </a:p>
          <a:p>
            <a:r>
              <a:rPr lang="en-US" dirty="0"/>
              <a:t>Strengthen relationships with high-performing sellers</a:t>
            </a:r>
          </a:p>
          <a:p>
            <a:endParaRPr lang="en-US" dirty="0"/>
          </a:p>
          <a:p>
            <a:r>
              <a:rPr lang="en-US" dirty="0"/>
              <a:t>Optimize inventory for high-demand products</a:t>
            </a:r>
          </a:p>
          <a:p>
            <a:endParaRPr lang="en-US" dirty="0"/>
          </a:p>
          <a:p>
            <a:r>
              <a:rPr lang="en-US" dirty="0"/>
              <a:t>Monitor delivery delays to improve customer satisfaction</a:t>
            </a:r>
            <a:endParaRPr lang="en-S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EF7DC6-F020-D6A2-2A1E-1B8E99DC05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43" y="961066"/>
            <a:ext cx="3156857" cy="2997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3144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761CB-E472-B842-AE98-DCD1E865E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69DA8-025F-BAE9-452F-90F4D267D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3 – Technical Solution Overview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69C30C-A6F8-8471-45BE-64C619DB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A9F9D-6F9F-47B4-B375-780D013B1389}" type="slidenum">
              <a:rPr lang="en-SG" smtClean="0"/>
              <a:t>9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823AEA-E4D5-9382-F62F-CEC5C3D11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DSAI</a:t>
            </a:r>
            <a:endParaRPr lang="en-SG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04ED410-C458-B97B-E019-2EE0920D8E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5931"/>
            <a:ext cx="8602650" cy="47044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Architecture</a:t>
            </a:r>
          </a:p>
          <a:p>
            <a:pPr marL="0" indent="0">
              <a:buNone/>
            </a:pPr>
            <a:endParaRPr lang="en-SG" dirty="0"/>
          </a:p>
          <a:p>
            <a:r>
              <a:rPr lang="en-SG" dirty="0"/>
              <a:t>Cloud-based architecture (GCP)</a:t>
            </a:r>
          </a:p>
          <a:p>
            <a:endParaRPr lang="en-SG" dirty="0"/>
          </a:p>
          <a:p>
            <a:r>
              <a:rPr lang="en-SG" dirty="0"/>
              <a:t>ELT pipeline design</a:t>
            </a:r>
          </a:p>
          <a:p>
            <a:endParaRPr lang="en-SG" dirty="0"/>
          </a:p>
          <a:p>
            <a:r>
              <a:rPr lang="en-SG" dirty="0"/>
              <a:t>Modular and scalable system</a:t>
            </a:r>
          </a:p>
          <a:p>
            <a:endParaRPr lang="en-SG" dirty="0"/>
          </a:p>
          <a:p>
            <a:r>
              <a:rPr lang="en-US" dirty="0"/>
              <a:t>Separation of concerns (raw / staging / marts)</a:t>
            </a:r>
            <a:endParaRPr lang="en-S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C4BC59-AC80-4CB5-AD22-0F1FA4FB35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4855" y="1087120"/>
            <a:ext cx="5748385" cy="4344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6890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F0F17-924E-74C2-F839-720D8CBEA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229ED-724E-AD9E-396A-EE91E9949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3 – Technical Solution Overview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C0D871-1E0F-98BC-2DEB-5B71E7D45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A9F9D-6F9F-47B4-B375-780D013B1389}" type="slidenum">
              <a:rPr lang="en-SG" smtClean="0"/>
              <a:t>10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798E6A-1413-4D23-4DC3-50307FBAD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DSAI</a:t>
            </a:r>
            <a:endParaRPr lang="en-SG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0A7A1ED-8C5A-615B-F315-3B60B21644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6122" y="1424199"/>
            <a:ext cx="8602650" cy="47044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Architecture</a:t>
            </a:r>
          </a:p>
          <a:p>
            <a:pPr marL="0" indent="0">
              <a:buNone/>
            </a:pPr>
            <a:endParaRPr lang="en-SG" dirty="0"/>
          </a:p>
          <a:p>
            <a:r>
              <a:rPr lang="en-SG" dirty="0"/>
              <a:t>Cloud-based architecture (GCP)</a:t>
            </a:r>
          </a:p>
          <a:p>
            <a:endParaRPr lang="en-SG" dirty="0"/>
          </a:p>
          <a:p>
            <a:r>
              <a:rPr lang="en-SG" dirty="0"/>
              <a:t>ELT pipeline design</a:t>
            </a:r>
          </a:p>
          <a:p>
            <a:endParaRPr lang="en-SG" dirty="0"/>
          </a:p>
          <a:p>
            <a:r>
              <a:rPr lang="en-SG" dirty="0"/>
              <a:t>Modular and scalable system</a:t>
            </a:r>
          </a:p>
          <a:p>
            <a:endParaRPr lang="en-SG" dirty="0"/>
          </a:p>
          <a:p>
            <a:r>
              <a:rPr lang="en-US" dirty="0"/>
              <a:t>Separation of concerns (raw / staging / marts)</a:t>
            </a:r>
            <a:endParaRPr lang="en-SG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826E6A9-D157-42A4-B4AA-079E65A1D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269" y="925286"/>
            <a:ext cx="3398157" cy="5883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9061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A270C-0D32-7D18-6723-30B08E2AC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93BEB-E262-1B6F-7028-78E480199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3 – Technical Solution Overview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7E313-3FD5-42E7-6156-2D262F80E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A9F9D-6F9F-47B4-B375-780D013B1389}" type="slidenum">
              <a:rPr lang="en-SG" smtClean="0"/>
              <a:t>11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DCAB90-A6FD-2D91-E95B-B5B6D6943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DSAI</a:t>
            </a:r>
            <a:endParaRPr lang="en-SG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A313422-1323-3235-9AFF-9DC95B7FD6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9836" y="1786902"/>
            <a:ext cx="7743404" cy="470597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Pipeline Flow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Ingestion → </a:t>
            </a:r>
            <a:r>
              <a:rPr lang="en-US" dirty="0" err="1"/>
              <a:t>Meltano</a:t>
            </a:r>
            <a:r>
              <a:rPr lang="en-US" dirty="0"/>
              <a:t> loads CSV into </a:t>
            </a:r>
            <a:r>
              <a:rPr lang="en-US" dirty="0" err="1"/>
              <a:t>BigQuery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Transformation → </a:t>
            </a:r>
            <a:r>
              <a:rPr lang="en-SG" dirty="0" err="1"/>
              <a:t>dbt</a:t>
            </a:r>
            <a:r>
              <a:rPr lang="en-SG" dirty="0"/>
              <a:t> staging + marts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Validation → Great Expectations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Orchestration → </a:t>
            </a:r>
            <a:r>
              <a:rPr lang="en-SG" dirty="0" err="1"/>
              <a:t>Dagster</a:t>
            </a:r>
            <a:r>
              <a:rPr lang="en-SG" dirty="0"/>
              <a:t> (optional layer)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Analytics → Python + Looker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930B3A-8249-BF43-F908-E8A0232E4A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881" y="1742707"/>
            <a:ext cx="3783869" cy="3867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681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65049-47BA-6216-1F6A-64F77A038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FB3C1-3CED-06CF-6B86-84DB6524C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3 – Technical Solution Overview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D96789-4FC7-18E3-FDCC-CFC5FFDA3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A9F9D-6F9F-47B4-B375-780D013B1389}" type="slidenum">
              <a:rPr lang="en-SG" smtClean="0"/>
              <a:t>12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E8739-0D9B-4C2D-FAF0-C7932C7BE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DSAI</a:t>
            </a:r>
            <a:endParaRPr lang="en-SG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94A9CB9-B8F6-EE25-F8B5-C5F1D50A8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6122" y="1424199"/>
            <a:ext cx="8602650" cy="470445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Star Schema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Fact Tables:</a:t>
            </a:r>
          </a:p>
          <a:p>
            <a:pPr lvl="1"/>
            <a:r>
              <a:rPr lang="en-US" dirty="0" err="1"/>
              <a:t>fct_order_items</a:t>
            </a:r>
            <a:r>
              <a:rPr lang="en-US" dirty="0"/>
              <a:t> (core revenue table)</a:t>
            </a:r>
          </a:p>
          <a:p>
            <a:pPr lvl="1"/>
            <a:r>
              <a:rPr lang="en-US" dirty="0" err="1"/>
              <a:t>fct_orders</a:t>
            </a:r>
            <a:endParaRPr lang="en-US" dirty="0"/>
          </a:p>
          <a:p>
            <a:r>
              <a:rPr lang="en-SG" dirty="0"/>
              <a:t>Dimension Tables:</a:t>
            </a:r>
          </a:p>
          <a:p>
            <a:pPr lvl="1"/>
            <a:r>
              <a:rPr lang="en-SG" dirty="0" err="1"/>
              <a:t>dim_customers</a:t>
            </a:r>
            <a:endParaRPr lang="en-SG" dirty="0"/>
          </a:p>
          <a:p>
            <a:pPr lvl="1"/>
            <a:r>
              <a:rPr lang="en-SG" dirty="0" err="1"/>
              <a:t>dim_products</a:t>
            </a:r>
            <a:endParaRPr lang="en-SG" dirty="0"/>
          </a:p>
          <a:p>
            <a:pPr lvl="1"/>
            <a:r>
              <a:rPr lang="en-SG" dirty="0" err="1"/>
              <a:t>dim_sellers</a:t>
            </a:r>
            <a:endParaRPr lang="en-SG" dirty="0"/>
          </a:p>
          <a:p>
            <a:pPr lvl="1"/>
            <a:r>
              <a:rPr lang="en-SG" dirty="0" err="1"/>
              <a:t>dim_dates</a:t>
            </a:r>
            <a:endParaRPr lang="en-SG" dirty="0"/>
          </a:p>
          <a:p>
            <a:r>
              <a:rPr lang="en-US" dirty="0"/>
              <a:t>Grain definition:</a:t>
            </a:r>
          </a:p>
          <a:p>
            <a:pPr lvl="1"/>
            <a:r>
              <a:rPr lang="en-US" dirty="0"/>
              <a:t>1 row = 1 product in an order</a:t>
            </a:r>
          </a:p>
          <a:p>
            <a:endParaRPr lang="en-US" dirty="0"/>
          </a:p>
          <a:p>
            <a:endParaRPr lang="en-S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9C197D-9700-836D-8C7A-1298C41448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4750" y="2276688"/>
            <a:ext cx="5435478" cy="4475075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1B647B2-C7C1-25D2-8068-126F3C27B193}"/>
              </a:ext>
            </a:extLst>
          </p:cNvPr>
          <p:cNvCxnSpPr/>
          <p:nvPr/>
        </p:nvCxnSpPr>
        <p:spPr>
          <a:xfrm flipV="1">
            <a:off x="9535885" y="5802087"/>
            <a:ext cx="1796143" cy="217714"/>
          </a:xfrm>
          <a:prstGeom prst="straightConnector1">
            <a:avLst/>
          </a:prstGeom>
          <a:ln w="127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5613CFA-A70D-4DF7-3BA1-C8DDD7887A26}"/>
              </a:ext>
            </a:extLst>
          </p:cNvPr>
          <p:cNvCxnSpPr>
            <a:cxnSpLocks/>
          </p:cNvCxnSpPr>
          <p:nvPr/>
        </p:nvCxnSpPr>
        <p:spPr>
          <a:xfrm flipV="1">
            <a:off x="11408228" y="5802087"/>
            <a:ext cx="0" cy="217714"/>
          </a:xfrm>
          <a:prstGeom prst="straightConnector1">
            <a:avLst/>
          </a:prstGeom>
          <a:ln w="127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340446D-FB7B-09F9-F83C-949F7F15F03C}"/>
              </a:ext>
            </a:extLst>
          </p:cNvPr>
          <p:cNvCxnSpPr>
            <a:cxnSpLocks/>
          </p:cNvCxnSpPr>
          <p:nvPr/>
        </p:nvCxnSpPr>
        <p:spPr>
          <a:xfrm flipH="1" flipV="1">
            <a:off x="10287000" y="4550230"/>
            <a:ext cx="1045028" cy="508696"/>
          </a:xfrm>
          <a:prstGeom prst="straightConnector1">
            <a:avLst/>
          </a:prstGeom>
          <a:ln w="127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C29BAE4-C657-3867-A46C-F43E83563793}"/>
              </a:ext>
            </a:extLst>
          </p:cNvPr>
          <p:cNvCxnSpPr/>
          <p:nvPr/>
        </p:nvCxnSpPr>
        <p:spPr>
          <a:xfrm>
            <a:off x="7772400" y="4535997"/>
            <a:ext cx="3363685" cy="460548"/>
          </a:xfrm>
          <a:prstGeom prst="straightConnector1">
            <a:avLst/>
          </a:prstGeom>
          <a:ln w="12700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D43B2C6-E705-DF54-7216-0DEE1FBDAB26}"/>
              </a:ext>
            </a:extLst>
          </p:cNvPr>
          <p:cNvCxnSpPr>
            <a:cxnSpLocks/>
          </p:cNvCxnSpPr>
          <p:nvPr/>
        </p:nvCxnSpPr>
        <p:spPr>
          <a:xfrm>
            <a:off x="9329057" y="3048001"/>
            <a:ext cx="2079171" cy="2010925"/>
          </a:xfrm>
          <a:prstGeom prst="straightConnector1">
            <a:avLst/>
          </a:prstGeom>
          <a:ln w="12700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7B0DC1A-8C3B-8996-6E31-6668E279BB8E}"/>
              </a:ext>
            </a:extLst>
          </p:cNvPr>
          <p:cNvCxnSpPr>
            <a:cxnSpLocks/>
          </p:cNvCxnSpPr>
          <p:nvPr/>
        </p:nvCxnSpPr>
        <p:spPr>
          <a:xfrm flipV="1">
            <a:off x="7696200" y="3609260"/>
            <a:ext cx="1796143" cy="940970"/>
          </a:xfrm>
          <a:prstGeom prst="straightConnector1">
            <a:avLst/>
          </a:prstGeom>
          <a:ln w="12700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9786C26-7159-BEB6-EE38-12873C96A1D3}"/>
              </a:ext>
            </a:extLst>
          </p:cNvPr>
          <p:cNvCxnSpPr>
            <a:cxnSpLocks/>
          </p:cNvCxnSpPr>
          <p:nvPr/>
        </p:nvCxnSpPr>
        <p:spPr>
          <a:xfrm>
            <a:off x="9329057" y="3061063"/>
            <a:ext cx="206828" cy="548197"/>
          </a:xfrm>
          <a:prstGeom prst="straightConnector1">
            <a:avLst/>
          </a:prstGeom>
          <a:ln w="12700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4EB9844-4E7D-8824-01F4-9CA83DDCCB57}"/>
              </a:ext>
            </a:extLst>
          </p:cNvPr>
          <p:cNvCxnSpPr>
            <a:cxnSpLocks/>
          </p:cNvCxnSpPr>
          <p:nvPr/>
        </p:nvCxnSpPr>
        <p:spPr>
          <a:xfrm flipH="1" flipV="1">
            <a:off x="9612085" y="3609260"/>
            <a:ext cx="1719943" cy="890029"/>
          </a:xfrm>
          <a:prstGeom prst="straightConnector1">
            <a:avLst/>
          </a:prstGeom>
          <a:ln w="12700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C0B41D9-53A7-868A-B06B-895AE7E3F610}"/>
              </a:ext>
            </a:extLst>
          </p:cNvPr>
          <p:cNvCxnSpPr>
            <a:cxnSpLocks/>
          </p:cNvCxnSpPr>
          <p:nvPr/>
        </p:nvCxnSpPr>
        <p:spPr>
          <a:xfrm flipV="1">
            <a:off x="9427029" y="3637958"/>
            <a:ext cx="108856" cy="2129900"/>
          </a:xfrm>
          <a:prstGeom prst="straightConnector1">
            <a:avLst/>
          </a:prstGeom>
          <a:ln w="12700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75664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785A7-CBB8-FC09-6D4B-0FA0D3739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9514C-08B7-084B-2F7E-EFA160D57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/>
              <a:t>4 – Risk &amp; Mitigation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5F4287-29D8-F91B-F804-A7887C73D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A9F9D-6F9F-47B4-B375-780D013B1389}" type="slidenum">
              <a:rPr lang="en-SG" smtClean="0"/>
              <a:t>13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A85891-4C7B-BEDD-114C-9AC4D96AC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DSAI</a:t>
            </a:r>
            <a:endParaRPr lang="en-SG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EB04000-6DF7-DA0A-4BF1-D71EB12DC7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7165" y="1255658"/>
            <a:ext cx="6360291" cy="523721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Data Challenges</a:t>
            </a:r>
          </a:p>
          <a:p>
            <a:r>
              <a:rPr lang="en-US" dirty="0"/>
              <a:t>Duplicate records due to re-ingestion</a:t>
            </a:r>
            <a:br>
              <a:rPr lang="en-US" dirty="0"/>
            </a:br>
            <a:r>
              <a:rPr lang="en-US" dirty="0"/>
              <a:t>→ Solved using ROW_NUMBER( ) deduplication</a:t>
            </a:r>
          </a:p>
          <a:p>
            <a:endParaRPr lang="en-US" dirty="0"/>
          </a:p>
          <a:p>
            <a:r>
              <a:rPr lang="en-US" dirty="0"/>
              <a:t>JSON parsing from raw data column</a:t>
            </a:r>
            <a:br>
              <a:rPr lang="en-US" dirty="0"/>
            </a:br>
            <a:r>
              <a:rPr lang="en-US" dirty="0"/>
              <a:t>→ Extracted fields using </a:t>
            </a:r>
            <a:r>
              <a:rPr lang="en-US" dirty="0" err="1"/>
              <a:t>json_value</a:t>
            </a:r>
            <a:r>
              <a:rPr lang="en-US" dirty="0"/>
              <a:t>( )</a:t>
            </a:r>
          </a:p>
          <a:p>
            <a:endParaRPr lang="en-US" dirty="0"/>
          </a:p>
          <a:p>
            <a:r>
              <a:rPr lang="en-US" dirty="0"/>
              <a:t>Encoding issues (hidden characters)</a:t>
            </a:r>
            <a:br>
              <a:rPr lang="en-US" dirty="0"/>
            </a:br>
            <a:r>
              <a:rPr lang="en-US" dirty="0"/>
              <a:t>→ Cleaned during transformation</a:t>
            </a:r>
          </a:p>
          <a:p>
            <a:endParaRPr lang="en-US" dirty="0"/>
          </a:p>
          <a:p>
            <a:r>
              <a:rPr lang="en-US" dirty="0"/>
              <a:t>Multiline CSV causing row mismatch</a:t>
            </a:r>
            <a:br>
              <a:rPr lang="en-US" dirty="0"/>
            </a:br>
            <a:r>
              <a:rPr lang="en-US" dirty="0"/>
              <a:t>→ Validated using Python + SQL</a:t>
            </a:r>
          </a:p>
          <a:p>
            <a:endParaRPr lang="en-US" dirty="0"/>
          </a:p>
          <a:p>
            <a:r>
              <a:rPr lang="en-US" dirty="0"/>
              <a:t>Null key values</a:t>
            </a:r>
            <a:br>
              <a:rPr lang="en-US" dirty="0"/>
            </a:br>
            <a:r>
              <a:rPr lang="en-US" dirty="0"/>
              <a:t>→ Applied filtering and data quality rules</a:t>
            </a:r>
            <a:endParaRPr lang="en-S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843477-5E37-12E2-F641-D63F9CE6D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213" y="1087120"/>
            <a:ext cx="3922349" cy="3665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2251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87A78-C42B-E750-CB70-EB07AC846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51054-7621-D714-47A8-BEEB9C91E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/>
              <a:t>4 – Risk &amp; Mitigation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22E11-9290-09CF-6F67-B8D7131A0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A9F9D-6F9F-47B4-B375-780D013B1389}" type="slidenum">
              <a:rPr lang="en-SG" smtClean="0"/>
              <a:t>14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FC8361-4CDA-B742-DE5A-C87E54D7B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DSAI</a:t>
            </a:r>
            <a:endParaRPr lang="en-SG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B28FF40-5B7B-F05C-E12C-DBE792E271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6122" y="1424199"/>
            <a:ext cx="8602650" cy="470445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Data Quality</a:t>
            </a:r>
          </a:p>
          <a:p>
            <a:r>
              <a:rPr lang="en-SG" dirty="0"/>
              <a:t>Implemented Great Expectations</a:t>
            </a:r>
          </a:p>
          <a:p>
            <a:endParaRPr lang="en-SG" dirty="0"/>
          </a:p>
          <a:p>
            <a:r>
              <a:rPr lang="en-US" dirty="0"/>
              <a:t>Tests included:</a:t>
            </a:r>
          </a:p>
          <a:p>
            <a:pPr lvl="1"/>
            <a:r>
              <a:rPr lang="en-US" dirty="0"/>
              <a:t>Null checks</a:t>
            </a:r>
          </a:p>
          <a:p>
            <a:pPr lvl="1"/>
            <a:r>
              <a:rPr lang="en-US" dirty="0"/>
              <a:t>Uniqueness checks</a:t>
            </a:r>
          </a:p>
          <a:p>
            <a:pPr lvl="1"/>
            <a:r>
              <a:rPr lang="en-US" dirty="0"/>
              <a:t>Referential integrity</a:t>
            </a:r>
          </a:p>
          <a:p>
            <a:endParaRPr lang="en-US" dirty="0"/>
          </a:p>
          <a:p>
            <a:r>
              <a:rPr lang="en-US" dirty="0"/>
              <a:t>Achieved:</a:t>
            </a:r>
          </a:p>
          <a:p>
            <a:pPr lvl="1"/>
            <a:r>
              <a:rPr lang="en-US" dirty="0"/>
              <a:t>✅ 100% test pass rate</a:t>
            </a:r>
          </a:p>
          <a:p>
            <a:endParaRPr lang="en-S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711C9B-D5BF-D001-B544-E020B5621F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1263" y="1962190"/>
            <a:ext cx="3751226" cy="3611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6493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6E2F2-C7E7-BA5B-F2C0-EEBB96954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B43DE-AC79-C1AC-7234-DE2D4BA4E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ED9428-D5C6-AFEF-B80F-30884AE40D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6600" dirty="0"/>
              <a:t>Q &amp; A</a:t>
            </a:r>
            <a:endParaRPr lang="en-SG" sz="6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A24EB8-18D0-FAD3-D320-0A0C1FBDE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A9F9D-6F9F-47B4-B375-780D013B1389}" type="slidenum">
              <a:rPr lang="en-SG" smtClean="0"/>
              <a:t>15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57A79-4200-8A6E-A6C7-3CAFB26B1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DSAI</a:t>
            </a:r>
            <a:endParaRPr lang="en-S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191720-3A43-1544-C720-1C934AAA05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417002"/>
            <a:ext cx="2422921" cy="2497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24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591</Words>
  <Application>Microsoft Office PowerPoint</Application>
  <PresentationFormat>Widescreen</PresentationFormat>
  <Paragraphs>182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DSAI Module 2 Project end-to-end data pipeline &amp; analysis workflow</vt:lpstr>
      <vt:lpstr>1 – Executive Summary</vt:lpstr>
      <vt:lpstr>2 – Business Value Proposition</vt:lpstr>
      <vt:lpstr>2 – Business Value Proposition</vt:lpstr>
      <vt:lpstr>2 – Business Value Proposition</vt:lpstr>
      <vt:lpstr>2 – Business Value Proposition</vt:lpstr>
      <vt:lpstr>2 – Business Value Proposition</vt:lpstr>
      <vt:lpstr>2 – Business Value Proposition</vt:lpstr>
      <vt:lpstr>3 – Technical Solution Overview</vt:lpstr>
      <vt:lpstr>3 – Technical Solution Overview</vt:lpstr>
      <vt:lpstr>3 – Technical Solution Overview</vt:lpstr>
      <vt:lpstr>3 – Technical Solution Overview</vt:lpstr>
      <vt:lpstr>4 – Risk &amp; Mitigation</vt:lpstr>
      <vt:lpstr>4 – Risk &amp; Mitigation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 Z</dc:creator>
  <cp:lastModifiedBy>Kah Hong Cheung</cp:lastModifiedBy>
  <cp:revision>1</cp:revision>
  <dcterms:created xsi:type="dcterms:W3CDTF">2025-06-30T16:51:31Z</dcterms:created>
  <dcterms:modified xsi:type="dcterms:W3CDTF">2026-03-18T22:28:29Z</dcterms:modified>
</cp:coreProperties>
</file>